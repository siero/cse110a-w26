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1172" r:id="rId3"/>
    <p:sldId id="1253" r:id="rId4"/>
    <p:sldId id="1252" r:id="rId5"/>
    <p:sldId id="1177" r:id="rId6"/>
    <p:sldId id="1246" r:id="rId7"/>
    <p:sldId id="1179" r:id="rId8"/>
    <p:sldId id="1247" r:id="rId9"/>
    <p:sldId id="1181" r:id="rId10"/>
    <p:sldId id="1248" r:id="rId11"/>
    <p:sldId id="1183" r:id="rId12"/>
    <p:sldId id="1249" r:id="rId13"/>
    <p:sldId id="1173" r:id="rId14"/>
    <p:sldId id="1250" r:id="rId15"/>
    <p:sldId id="1187" r:id="rId16"/>
    <p:sldId id="1188" r:id="rId17"/>
    <p:sldId id="1251" r:id="rId18"/>
    <p:sldId id="1191" r:id="rId19"/>
    <p:sldId id="1190" r:id="rId20"/>
    <p:sldId id="1192" r:id="rId21"/>
    <p:sldId id="1193" r:id="rId22"/>
    <p:sldId id="1174" r:id="rId23"/>
    <p:sldId id="1195" r:id="rId24"/>
    <p:sldId id="1196" r:id="rId25"/>
    <p:sldId id="1197" r:id="rId26"/>
    <p:sldId id="1198" r:id="rId27"/>
    <p:sldId id="1199" r:id="rId28"/>
    <p:sldId id="1200" r:id="rId29"/>
    <p:sldId id="1202" r:id="rId30"/>
    <p:sldId id="1176" r:id="rId31"/>
    <p:sldId id="1201" r:id="rId32"/>
    <p:sldId id="120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4660"/>
  </p:normalViewPr>
  <p:slideViewPr>
    <p:cSldViewPr snapToGrid="0">
      <p:cViewPr varScale="1">
        <p:scale>
          <a:sx n="81" d="100"/>
          <a:sy n="81" d="100"/>
        </p:scale>
        <p:origin x="10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8077-102A-9C40-6D46-B7F0B6AB2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783FB-7A36-B2EC-DDB0-580409EFB7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DF530-F10C-2A07-25A1-2A253463A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FF7E-999B-4A76-A4B3-371982C39D0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1C832-A4A7-C045-8878-D93D5342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86485-828A-FAFB-9F99-C5E005DF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F916C-83AC-43C3-9834-6BF6D8A3F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99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2B57A-4370-14C9-8079-22ABA571F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C7E2D-F958-EBE9-AC15-544D77BF2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41AFA-17D8-F994-17A4-013B74A9D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FF7E-999B-4A76-A4B3-371982C39D0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65AFC-5BEC-6632-60DC-3DDE1A4D7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1221D-FF12-7B11-FA77-9D70240D3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F916C-83AC-43C3-9834-6BF6D8A3F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975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7C72D-AF4D-617B-333F-826492C7D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F3FD4-77FE-93DF-5769-792074D3C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9EA70-AAEF-30BE-A136-F5D205521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FF7E-999B-4A76-A4B3-371982C39D0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6E5A7-654E-54E8-F43C-CEA7FA373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0674A-BA8C-1F93-6271-6CB4D257C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F916C-83AC-43C3-9834-6BF6D8A3F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76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F6AA8-39EC-4F13-3349-DB464E2C1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2F79E-F13C-E4DE-C893-9E726E78FF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E0AB39-DF5C-0F8C-60DD-6E42BAA56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B2C8B4-4482-4292-E9C8-7D9630A4F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FF7E-999B-4A76-A4B3-371982C39D0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43625-A509-6C63-5568-D70DD0D71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5235B-0442-DACA-3A77-10863663A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F916C-83AC-43C3-9834-6BF6D8A3F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697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0F76B-BD3A-182C-C62E-814AD7D01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6882F-E28D-FF52-7756-0FF6F98E6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C9F5FA-95BF-3443-DEB1-70973C29B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533483-8525-4A27-152A-C007D8B8EA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ED0E40-ECD4-A243-C490-14C43BDA89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D216AC-CD1B-8416-6878-E8474FB6E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FF7E-999B-4A76-A4B3-371982C39D0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BF81A2-E889-FCEF-7A40-37BD4EE06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B1CFAB-E0D1-224C-3B4F-28581ED86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F916C-83AC-43C3-9834-6BF6D8A3F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94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9EC05-8DC7-5FF9-B10F-D59D37B80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D492A9-0648-3FA2-475F-B5092CFB3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FF7E-999B-4A76-A4B3-371982C39D0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C86563-1E53-F8F3-8528-638AC3A19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442644-A818-9DA2-A4EB-618CB6B87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F916C-83AC-43C3-9834-6BF6D8A3F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612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B6A684-4A5D-C517-BAC4-D7CD45E98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FF7E-999B-4A76-A4B3-371982C39D0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AA6024-8DC3-8CB2-41D2-811AE798B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D75BF-6942-9C26-6FA8-5FE877BB5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F916C-83AC-43C3-9834-6BF6D8A3F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077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BA243-42CB-6ED0-8C4A-57913055C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E5A93-80A6-52DF-D44A-E8A05E40C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D71ADD-7AE3-131C-A24F-EAAAECC4C6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4162D6-CAEA-29C1-885D-FDE5CB85B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FF7E-999B-4A76-A4B3-371982C39D0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78247-B29E-5AB1-F90B-DDFCE6C03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C7D7D-304A-6E6D-0994-3FEB69ACB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F916C-83AC-43C3-9834-6BF6D8A3F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818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CF8B7-5AC7-EC2A-843C-7BED9CD76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211EAC-1196-5455-F236-C6EAE2D596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BC5FB-E2C0-4874-DE68-AA751EB5D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2401B8-C233-B2E1-87EC-2B04FFECA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FF7E-999B-4A76-A4B3-371982C39D0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83F923-0424-42A3-7D63-581408E62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6D46F-D7F7-9AD1-999D-271B8422A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F916C-83AC-43C3-9834-6BF6D8A3F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042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95FC4-10F1-7BE8-4FD2-65A0FD623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D36221-F562-855A-C8AD-58B03EE26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FFBD3-E1A5-ED98-48ED-2B170B0D3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FF7E-999B-4A76-A4B3-371982C39D0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26D6C-A389-D332-F0DA-A468BCBBC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2549F-B190-376E-500C-A561C30C5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F916C-83AC-43C3-9834-6BF6D8A3F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84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B83E8D-02CA-136F-377B-B11AE7D0F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A4C78-947A-2E8C-3803-8769AE87B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7B181-6131-558F-AE9F-789C76A2F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FF7E-999B-4A76-A4B3-371982C39D0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08C46-0837-2267-DC93-BFC12092F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C3F0B-7C7F-169A-A1DF-DEE9F95FB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F916C-83AC-43C3-9834-6BF6D8A3F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453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042DB1-09A4-BCA3-59F2-C05CFB4B5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20F09-4920-5860-BFAD-DDF8728E7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0F6FD-0F2B-D781-8DF9-D5B1EEE505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D3FF7E-999B-4A76-A4B3-371982C39D0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45928-9C30-177E-75C8-85BE81489B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A8F1B-B35F-E502-8901-8B7C280A7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0F916C-83AC-43C3-9834-6BF6D8A3F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295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chatgpt.com/share/680817aa-c964-8002-a409-057765933bc7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AF96F-1185-6DEC-3005-968966CE06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Quiz-06-AMBIG-PREC</a:t>
            </a:r>
          </a:p>
        </p:txBody>
      </p:sp>
    </p:spTree>
    <p:extLst>
      <p:ext uri="{BB962C8B-B14F-4D97-AF65-F5344CB8AC3E}">
        <p14:creationId xmlns:p14="http://schemas.microsoft.com/office/powerpoint/2010/main" val="1332112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3CCA8-183D-2444-997B-196A6C631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Q1: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BA47CD-719B-90A0-2C79-183A749F1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933575"/>
            <a:ext cx="5638800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940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0E5B0-C940-0EE0-1363-5C5970FF8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C1337-1C6A-1842-7285-B9A3023FC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Q2: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008FAD-6005-AD29-634B-8A02742F4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25" y="1943100"/>
            <a:ext cx="561975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717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67E91-2E02-FF46-DAFC-4582E182A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7E512-DCE9-7C47-34FB-2BFDA4B1C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Q3: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8C60A4-F187-B489-9C7E-3D3CA5392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229" y="2033620"/>
            <a:ext cx="7772400" cy="3565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441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3CCA8-183D-2444-997B-196A6C631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12F020-01E1-AC47-A673-1805EB9BF635}"/>
              </a:ext>
            </a:extLst>
          </p:cNvPr>
          <p:cNvSpPr/>
          <p:nvPr/>
        </p:nvSpPr>
        <p:spPr>
          <a:xfrm>
            <a:off x="5172872" y="3761872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2D3B45"/>
                </a:solidFill>
                <a:latin typeface="Courier" pitchFamily="2" charset="0"/>
              </a:rPr>
              <a:t>XXXXXXXY</a:t>
            </a:r>
            <a:endParaRPr lang="en-US" dirty="0">
              <a:latin typeface="Courier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DC4D58-F35D-314B-901D-D600467E2534}"/>
              </a:ext>
            </a:extLst>
          </p:cNvPr>
          <p:cNvSpPr txBox="1"/>
          <p:nvPr/>
        </p:nvSpPr>
        <p:spPr>
          <a:xfrm>
            <a:off x="2099733" y="3761872"/>
            <a:ext cx="2134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about this one?</a:t>
            </a: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59FF01D5-5DB8-D145-ABAF-46E158A029DA}"/>
              </a:ext>
            </a:extLst>
          </p:cNvPr>
          <p:cNvGraphicFramePr>
            <a:graphicFrameLocks noGrp="1"/>
          </p:cNvGraphicFramePr>
          <p:nvPr/>
        </p:nvGraphicFramePr>
        <p:xfrm>
          <a:off x="3167044" y="4836982"/>
          <a:ext cx="5105400" cy="148336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65107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9CF21B1-8C3C-4247-B177-423E8C3384C0}"/>
              </a:ext>
            </a:extLst>
          </p:cNvPr>
          <p:cNvSpPr txBox="1"/>
          <p:nvPr/>
        </p:nvSpPr>
        <p:spPr>
          <a:xfrm>
            <a:off x="1429747" y="2167466"/>
            <a:ext cx="301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br>
              <a:rPr lang="en-US" dirty="0"/>
            </a:br>
            <a:r>
              <a:rPr lang="en-US" dirty="0"/>
              <a:t>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DC0FBF-2903-0990-F27E-CC43C85508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5654"/>
          <a:stretch/>
        </p:blipFill>
        <p:spPr>
          <a:xfrm>
            <a:off x="1731433" y="1690688"/>
            <a:ext cx="7772400" cy="122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40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3CCA8-183D-2444-997B-196A6C631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12F020-01E1-AC47-A673-1805EB9BF635}"/>
              </a:ext>
            </a:extLst>
          </p:cNvPr>
          <p:cNvSpPr/>
          <p:nvPr/>
        </p:nvSpPr>
        <p:spPr>
          <a:xfrm>
            <a:off x="5172872" y="3761872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2D3B45"/>
                </a:solidFill>
                <a:latin typeface="Courier" pitchFamily="2" charset="0"/>
              </a:rPr>
              <a:t>XXXXXXXY</a:t>
            </a:r>
            <a:endParaRPr lang="en-US" dirty="0">
              <a:latin typeface="Courier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DC4D58-F35D-314B-901D-D600467E2534}"/>
              </a:ext>
            </a:extLst>
          </p:cNvPr>
          <p:cNvSpPr txBox="1"/>
          <p:nvPr/>
        </p:nvSpPr>
        <p:spPr>
          <a:xfrm>
            <a:off x="2099733" y="3761872"/>
            <a:ext cx="2134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about this one?</a:t>
            </a: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59FF01D5-5DB8-D145-ABAF-46E158A029DA}"/>
              </a:ext>
            </a:extLst>
          </p:cNvPr>
          <p:cNvGraphicFramePr>
            <a:graphicFrameLocks noGrp="1"/>
          </p:cNvGraphicFramePr>
          <p:nvPr/>
        </p:nvGraphicFramePr>
        <p:xfrm>
          <a:off x="3167044" y="4836982"/>
          <a:ext cx="5105400" cy="148336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65107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9CF21B1-8C3C-4247-B177-423E8C3384C0}"/>
              </a:ext>
            </a:extLst>
          </p:cNvPr>
          <p:cNvSpPr txBox="1"/>
          <p:nvPr/>
        </p:nvSpPr>
        <p:spPr>
          <a:xfrm>
            <a:off x="1429747" y="2167466"/>
            <a:ext cx="301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br>
              <a:rPr lang="en-US" dirty="0"/>
            </a:br>
            <a:r>
              <a:rPr lang="en-US" dirty="0"/>
              <a:t>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DC0FBF-2903-0990-F27E-CC43C85508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5654"/>
          <a:stretch/>
        </p:blipFill>
        <p:spPr>
          <a:xfrm>
            <a:off x="1731433" y="1690688"/>
            <a:ext cx="7772400" cy="12245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E2F2D2-D747-176C-5D6E-0D57624D25FD}"/>
              </a:ext>
            </a:extLst>
          </p:cNvPr>
          <p:cNvSpPr txBox="1"/>
          <p:nvPr/>
        </p:nvSpPr>
        <p:spPr>
          <a:xfrm>
            <a:off x="8695267" y="4292600"/>
            <a:ext cx="23095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Applying either rule</a:t>
            </a:r>
            <a:br>
              <a:rPr lang="en-US" i="1" dirty="0"/>
            </a:br>
            <a:r>
              <a:rPr lang="en-US" i="1" dirty="0"/>
              <a:t>gives us a sentential</a:t>
            </a:r>
            <a:br>
              <a:rPr lang="en-US" i="1" dirty="0"/>
            </a:br>
            <a:r>
              <a:rPr lang="en-US" i="1" dirty="0"/>
              <a:t>form that won’t create</a:t>
            </a:r>
            <a:br>
              <a:rPr lang="en-US" i="1" dirty="0"/>
            </a:br>
            <a:r>
              <a:rPr lang="en-US" i="1" dirty="0"/>
              <a:t>the string</a:t>
            </a:r>
          </a:p>
        </p:txBody>
      </p:sp>
    </p:spTree>
    <p:extLst>
      <p:ext uri="{BB962C8B-B14F-4D97-AF65-F5344CB8AC3E}">
        <p14:creationId xmlns:p14="http://schemas.microsoft.com/office/powerpoint/2010/main" val="3250925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3CCA8-183D-2444-997B-196A6C631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12F020-01E1-AC47-A673-1805EB9BF635}"/>
              </a:ext>
            </a:extLst>
          </p:cNvPr>
          <p:cNvSpPr/>
          <p:nvPr/>
        </p:nvSpPr>
        <p:spPr>
          <a:xfrm>
            <a:off x="5172872" y="3761872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XYYYY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DC4D58-F35D-314B-901D-D600467E2534}"/>
              </a:ext>
            </a:extLst>
          </p:cNvPr>
          <p:cNvSpPr txBox="1"/>
          <p:nvPr/>
        </p:nvSpPr>
        <p:spPr>
          <a:xfrm>
            <a:off x="2099733" y="3761872"/>
            <a:ext cx="2134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about this one?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CF21B1-8C3C-4247-B177-423E8C3384C0}"/>
              </a:ext>
            </a:extLst>
          </p:cNvPr>
          <p:cNvSpPr txBox="1"/>
          <p:nvPr/>
        </p:nvSpPr>
        <p:spPr>
          <a:xfrm>
            <a:off x="1429747" y="2167466"/>
            <a:ext cx="301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br>
              <a:rPr lang="en-US" dirty="0"/>
            </a:br>
            <a:r>
              <a:rPr lang="en-US" dirty="0"/>
              <a:t>2</a:t>
            </a:r>
          </a:p>
        </p:txBody>
      </p:sp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DAA3E3BB-0975-AE49-B4DF-CBD599DA10C4}"/>
              </a:ext>
            </a:extLst>
          </p:cNvPr>
          <p:cNvGraphicFramePr>
            <a:graphicFrameLocks noGrp="1"/>
          </p:cNvGraphicFramePr>
          <p:nvPr/>
        </p:nvGraphicFramePr>
        <p:xfrm>
          <a:off x="3167044" y="4836982"/>
          <a:ext cx="5105400" cy="148336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65107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91F07A5-C6C7-3D21-A026-E68E88232B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5654"/>
          <a:stretch/>
        </p:blipFill>
        <p:spPr>
          <a:xfrm>
            <a:off x="1731433" y="1690688"/>
            <a:ext cx="7772400" cy="122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929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3CCA8-183D-2444-997B-196A6C631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12F020-01E1-AC47-A673-1805EB9BF635}"/>
              </a:ext>
            </a:extLst>
          </p:cNvPr>
          <p:cNvSpPr/>
          <p:nvPr/>
        </p:nvSpPr>
        <p:spPr>
          <a:xfrm>
            <a:off x="5172872" y="3761872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XYYYY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DC4D58-F35D-314B-901D-D600467E2534}"/>
              </a:ext>
            </a:extLst>
          </p:cNvPr>
          <p:cNvSpPr txBox="1"/>
          <p:nvPr/>
        </p:nvSpPr>
        <p:spPr>
          <a:xfrm>
            <a:off x="2099733" y="3761872"/>
            <a:ext cx="2134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about this one?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CF21B1-8C3C-4247-B177-423E8C3384C0}"/>
              </a:ext>
            </a:extLst>
          </p:cNvPr>
          <p:cNvSpPr txBox="1"/>
          <p:nvPr/>
        </p:nvSpPr>
        <p:spPr>
          <a:xfrm>
            <a:off x="1429747" y="2167466"/>
            <a:ext cx="301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br>
              <a:rPr lang="en-US" dirty="0"/>
            </a:br>
            <a:r>
              <a:rPr lang="en-US" dirty="0"/>
              <a:t>2</a:t>
            </a:r>
          </a:p>
        </p:txBody>
      </p:sp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DAA3E3BB-0975-AE49-B4DF-CBD599DA10C4}"/>
              </a:ext>
            </a:extLst>
          </p:cNvPr>
          <p:cNvGraphicFramePr>
            <a:graphicFrameLocks noGrp="1"/>
          </p:cNvGraphicFramePr>
          <p:nvPr/>
        </p:nvGraphicFramePr>
        <p:xfrm>
          <a:off x="3167044" y="4836982"/>
          <a:ext cx="5105400" cy="148336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65107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91F07A5-C6C7-3D21-A026-E68E88232B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5654"/>
          <a:stretch/>
        </p:blipFill>
        <p:spPr>
          <a:xfrm>
            <a:off x="1731433" y="1690688"/>
            <a:ext cx="7772400" cy="12245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C36C7F-54F5-5A91-2C4F-48AE28148A9F}"/>
              </a:ext>
            </a:extLst>
          </p:cNvPr>
          <p:cNvSpPr txBox="1"/>
          <p:nvPr/>
        </p:nvSpPr>
        <p:spPr>
          <a:xfrm>
            <a:off x="8636000" y="4013200"/>
            <a:ext cx="23748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Similar reason:</a:t>
            </a:r>
            <a:br>
              <a:rPr lang="en-US" dirty="0"/>
            </a:br>
            <a:r>
              <a:rPr lang="en-US" dirty="0"/>
              <a:t>strings that are </a:t>
            </a:r>
            <a:br>
              <a:rPr lang="en-US" dirty="0"/>
            </a:br>
            <a:r>
              <a:rPr lang="en-US" dirty="0"/>
              <a:t>longer than 1 character</a:t>
            </a:r>
            <a:br>
              <a:rPr lang="en-US" dirty="0"/>
            </a:br>
            <a:r>
              <a:rPr lang="en-US" dirty="0"/>
              <a:t>cannot end in y</a:t>
            </a:r>
          </a:p>
        </p:txBody>
      </p:sp>
    </p:spTree>
    <p:extLst>
      <p:ext uri="{BB962C8B-B14F-4D97-AF65-F5344CB8AC3E}">
        <p14:creationId xmlns:p14="http://schemas.microsoft.com/office/powerpoint/2010/main" val="3474855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3CCA8-183D-2444-997B-196A6C631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12F020-01E1-AC47-A673-1805EB9BF635}"/>
              </a:ext>
            </a:extLst>
          </p:cNvPr>
          <p:cNvSpPr/>
          <p:nvPr/>
        </p:nvSpPr>
        <p:spPr>
          <a:xfrm>
            <a:off x="5172872" y="3761872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YXXXXXX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DC4D58-F35D-314B-901D-D600467E2534}"/>
              </a:ext>
            </a:extLst>
          </p:cNvPr>
          <p:cNvSpPr txBox="1"/>
          <p:nvPr/>
        </p:nvSpPr>
        <p:spPr>
          <a:xfrm>
            <a:off x="2099733" y="3761872"/>
            <a:ext cx="2134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about this one?</a:t>
            </a: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59FF01D5-5DB8-D145-ABAF-46E158A029DA}"/>
              </a:ext>
            </a:extLst>
          </p:cNvPr>
          <p:cNvGraphicFramePr>
            <a:graphicFrameLocks noGrp="1"/>
          </p:cNvGraphicFramePr>
          <p:nvPr/>
        </p:nvGraphicFramePr>
        <p:xfrm>
          <a:off x="3167044" y="4836982"/>
          <a:ext cx="5105400" cy="18542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854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1669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9CF21B1-8C3C-4247-B177-423E8C3384C0}"/>
              </a:ext>
            </a:extLst>
          </p:cNvPr>
          <p:cNvSpPr txBox="1"/>
          <p:nvPr/>
        </p:nvSpPr>
        <p:spPr>
          <a:xfrm>
            <a:off x="1429747" y="2167466"/>
            <a:ext cx="301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br>
              <a:rPr lang="en-US" dirty="0"/>
            </a:br>
            <a:r>
              <a:rPr lang="en-US" dirty="0"/>
              <a:t>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1F8A82-3AC3-F3EE-216E-7946BF8DE4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5654"/>
          <a:stretch/>
        </p:blipFill>
        <p:spPr>
          <a:xfrm>
            <a:off x="1731433" y="1690688"/>
            <a:ext cx="7772400" cy="122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394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3CCA8-183D-2444-997B-196A6C631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12F020-01E1-AC47-A673-1805EB9BF635}"/>
              </a:ext>
            </a:extLst>
          </p:cNvPr>
          <p:cNvSpPr/>
          <p:nvPr/>
        </p:nvSpPr>
        <p:spPr>
          <a:xfrm>
            <a:off x="5172872" y="3761872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YXXXXXX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DC4D58-F35D-314B-901D-D600467E2534}"/>
              </a:ext>
            </a:extLst>
          </p:cNvPr>
          <p:cNvSpPr txBox="1"/>
          <p:nvPr/>
        </p:nvSpPr>
        <p:spPr>
          <a:xfrm>
            <a:off x="2099733" y="3761872"/>
            <a:ext cx="2134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about this one?</a:t>
            </a: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59FF01D5-5DB8-D145-ABAF-46E158A029DA}"/>
              </a:ext>
            </a:extLst>
          </p:cNvPr>
          <p:cNvGraphicFramePr>
            <a:graphicFrameLocks noGrp="1"/>
          </p:cNvGraphicFramePr>
          <p:nvPr/>
        </p:nvGraphicFramePr>
        <p:xfrm>
          <a:off x="3167044" y="4469119"/>
          <a:ext cx="5105400" cy="228018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8003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8003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8003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8003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aXX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854853"/>
                  </a:ext>
                </a:extLst>
              </a:tr>
              <a:tr h="38003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16697"/>
                  </a:ext>
                </a:extLst>
              </a:tr>
              <a:tr h="38003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YXXXXX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890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9CF21B1-8C3C-4247-B177-423E8C3384C0}"/>
              </a:ext>
            </a:extLst>
          </p:cNvPr>
          <p:cNvSpPr txBox="1"/>
          <p:nvPr/>
        </p:nvSpPr>
        <p:spPr>
          <a:xfrm>
            <a:off x="1429747" y="2167466"/>
            <a:ext cx="301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br>
              <a:rPr lang="en-US" dirty="0"/>
            </a:br>
            <a:r>
              <a:rPr lang="en-US" dirty="0"/>
              <a:t>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1F8A82-3AC3-F3EE-216E-7946BF8DE4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5654"/>
          <a:stretch/>
        </p:blipFill>
        <p:spPr>
          <a:xfrm>
            <a:off x="1731433" y="1690688"/>
            <a:ext cx="7772400" cy="122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13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3CCA8-183D-2444-997B-196A6C631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12F020-01E1-AC47-A673-1805EB9BF635}"/>
              </a:ext>
            </a:extLst>
          </p:cNvPr>
          <p:cNvSpPr/>
          <p:nvPr/>
        </p:nvSpPr>
        <p:spPr>
          <a:xfrm>
            <a:off x="5172872" y="3761872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YYYYYYX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DC4D58-F35D-314B-901D-D600467E2534}"/>
              </a:ext>
            </a:extLst>
          </p:cNvPr>
          <p:cNvSpPr txBox="1"/>
          <p:nvPr/>
        </p:nvSpPr>
        <p:spPr>
          <a:xfrm>
            <a:off x="2099733" y="3761872"/>
            <a:ext cx="2134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about this one?</a:t>
            </a: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59FF01D5-5DB8-D145-ABAF-46E158A029DA}"/>
              </a:ext>
            </a:extLst>
          </p:cNvPr>
          <p:cNvGraphicFramePr>
            <a:graphicFrameLocks noGrp="1"/>
          </p:cNvGraphicFramePr>
          <p:nvPr/>
        </p:nvGraphicFramePr>
        <p:xfrm>
          <a:off x="3167044" y="4836982"/>
          <a:ext cx="5105400" cy="18542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854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1669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9CF21B1-8C3C-4247-B177-423E8C3384C0}"/>
              </a:ext>
            </a:extLst>
          </p:cNvPr>
          <p:cNvSpPr txBox="1"/>
          <p:nvPr/>
        </p:nvSpPr>
        <p:spPr>
          <a:xfrm>
            <a:off x="1429747" y="2167466"/>
            <a:ext cx="301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br>
              <a:rPr lang="en-US" dirty="0"/>
            </a:br>
            <a:r>
              <a:rPr lang="en-US" dirty="0"/>
              <a:t>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F3E328-AA42-6200-CE95-F2DF38EC48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5654"/>
          <a:stretch/>
        </p:blipFill>
        <p:spPr>
          <a:xfrm>
            <a:off x="1731433" y="1690688"/>
            <a:ext cx="7772400" cy="122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412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3CCA8-183D-2444-997B-196A6C631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12F020-01E1-AC47-A673-1805EB9BF635}"/>
              </a:ext>
            </a:extLst>
          </p:cNvPr>
          <p:cNvSpPr/>
          <p:nvPr/>
        </p:nvSpPr>
        <p:spPr>
          <a:xfrm>
            <a:off x="5172872" y="3761872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YYYYYYX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DC4D58-F35D-314B-901D-D600467E2534}"/>
              </a:ext>
            </a:extLst>
          </p:cNvPr>
          <p:cNvSpPr txBox="1"/>
          <p:nvPr/>
        </p:nvSpPr>
        <p:spPr>
          <a:xfrm>
            <a:off x="2099733" y="3761872"/>
            <a:ext cx="2134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about this one?</a:t>
            </a: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59FF01D5-5DB8-D145-ABAF-46E158A029DA}"/>
              </a:ext>
            </a:extLst>
          </p:cNvPr>
          <p:cNvGraphicFramePr>
            <a:graphicFrameLocks noGrp="1"/>
          </p:cNvGraphicFramePr>
          <p:nvPr/>
        </p:nvGraphicFramePr>
        <p:xfrm>
          <a:off x="3167044" y="4836982"/>
          <a:ext cx="5105400" cy="18542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854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1669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9CF21B1-8C3C-4247-B177-423E8C3384C0}"/>
              </a:ext>
            </a:extLst>
          </p:cNvPr>
          <p:cNvSpPr txBox="1"/>
          <p:nvPr/>
        </p:nvSpPr>
        <p:spPr>
          <a:xfrm>
            <a:off x="1429747" y="2167466"/>
            <a:ext cx="301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br>
              <a:rPr lang="en-US" dirty="0"/>
            </a:br>
            <a:r>
              <a:rPr lang="en-US" dirty="0"/>
              <a:t>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F3E328-AA42-6200-CE95-F2DF38EC48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5654"/>
          <a:stretch/>
        </p:blipFill>
        <p:spPr>
          <a:xfrm>
            <a:off x="1731433" y="1690688"/>
            <a:ext cx="7772400" cy="12245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DF2564-3E14-6AA7-5871-F2639E4FD054}"/>
              </a:ext>
            </a:extLst>
          </p:cNvPr>
          <p:cNvSpPr txBox="1"/>
          <p:nvPr/>
        </p:nvSpPr>
        <p:spPr>
          <a:xfrm>
            <a:off x="8873067" y="4030133"/>
            <a:ext cx="21614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only produce</a:t>
            </a:r>
          </a:p>
          <a:p>
            <a:r>
              <a:rPr lang="en-US" dirty="0"/>
              <a:t>1 y, so we cannot</a:t>
            </a:r>
          </a:p>
          <a:p>
            <a:r>
              <a:rPr lang="en-US" dirty="0"/>
              <a:t>derive this string</a:t>
            </a:r>
          </a:p>
        </p:txBody>
      </p:sp>
    </p:spTree>
    <p:extLst>
      <p:ext uri="{BB962C8B-B14F-4D97-AF65-F5344CB8AC3E}">
        <p14:creationId xmlns:p14="http://schemas.microsoft.com/office/powerpoint/2010/main" val="110039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3CCA8-183D-2444-997B-196A6C631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Q4: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DA6835-7422-959D-BC2F-E3369DE96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461" y="482600"/>
            <a:ext cx="6324600" cy="589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373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3CCA8-183D-2444-997B-196A6C631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DA6835-7422-959D-BC2F-E3369DE96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700" y="482600"/>
            <a:ext cx="6324600" cy="5892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B56452-B094-73F7-607E-1546D9A22973}"/>
              </a:ext>
            </a:extLst>
          </p:cNvPr>
          <p:cNvSpPr txBox="1"/>
          <p:nvPr/>
        </p:nvSpPr>
        <p:spPr>
          <a:xfrm>
            <a:off x="6951133" y="2760133"/>
            <a:ext cx="31152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Let’s look at some examples.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Let’s assume that E is an ”expr”</a:t>
            </a:r>
          </a:p>
          <a:p>
            <a:r>
              <a:rPr lang="en-US" dirty="0"/>
              <a:t>and x is a number</a:t>
            </a:r>
          </a:p>
        </p:txBody>
      </p:sp>
    </p:spTree>
    <p:extLst>
      <p:ext uri="{BB962C8B-B14F-4D97-AF65-F5344CB8AC3E}">
        <p14:creationId xmlns:p14="http://schemas.microsoft.com/office/powerpoint/2010/main" val="3697686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3196575" y="595375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F4FC3F-B8F7-EF4A-8F6B-AAFA31AB4690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141CE8-2344-0948-9E95-8E3D11DE2430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6D905BC-8176-5C4B-8283-5453872C600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6B2F0-A92C-9842-99A5-BB5F68B3CB0F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373421-B101-4546-B128-9E43278BD634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0AF16AA-22CD-FA4F-9F55-FCC38AD1D4BA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6A98FD-3CE1-2241-952E-12AD71379DB0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D518E2-D041-B54A-BAFD-9F3EB0B79156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E47221-BFFC-0243-AFE9-5C53FC906A1B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807E1A-CE97-FF41-A2A5-7C3CB46AC284}"/>
              </a:ext>
            </a:extLst>
          </p:cNvPr>
          <p:cNvCxnSpPr>
            <a:cxnSpLocks/>
          </p:cNvCxnSpPr>
          <p:nvPr/>
        </p:nvCxnSpPr>
        <p:spPr>
          <a:xfrm flipH="1">
            <a:off x="8758711" y="345977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AF383E-DF34-F944-BC7F-24A207C0E665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A92CF3-16B2-3A46-9746-FE978094BA1D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73FE82-5C9F-3B48-8EAE-3B7CB4B7E7F6}"/>
              </a:ext>
            </a:extLst>
          </p:cNvPr>
          <p:cNvSpPr txBox="1"/>
          <p:nvPr/>
        </p:nvSpPr>
        <p:spPr>
          <a:xfrm>
            <a:off x="9525511" y="392687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067DEE-CDD4-7E46-9949-17B518AA1F04}"/>
              </a:ext>
            </a:extLst>
          </p:cNvPr>
          <p:cNvSpPr txBox="1"/>
          <p:nvPr/>
        </p:nvSpPr>
        <p:spPr>
          <a:xfrm>
            <a:off x="8459719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CBC7C3-3B2D-8846-922F-FFE276D95ACE}"/>
              </a:ext>
            </a:extLst>
          </p:cNvPr>
          <p:cNvSpPr txBox="1"/>
          <p:nvPr/>
        </p:nvSpPr>
        <p:spPr>
          <a:xfrm>
            <a:off x="10781251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3078ED-048C-F640-ACD0-3E3AAD13C997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D31FE39-303E-6A49-A3C2-0B76C241499E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85D5B41-A14A-6947-AF22-039FD4CC5D3A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24A46DA-5EEF-E14F-98AC-75E996BC5908}"/>
              </a:ext>
            </a:extLst>
          </p:cNvPr>
          <p:cNvCxnSpPr>
            <a:cxnSpLocks/>
            <a:stCxn id="24" idx="2"/>
            <a:endCxn id="14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3922C26-78A1-2B41-8636-490EF1E8297B}"/>
              </a:ext>
            </a:extLst>
          </p:cNvPr>
          <p:cNvSpPr txBox="1"/>
          <p:nvPr/>
        </p:nvSpPr>
        <p:spPr>
          <a:xfrm>
            <a:off x="8223152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7B625C-0EB6-C44A-B7B1-59D7A6B79F63}"/>
              </a:ext>
            </a:extLst>
          </p:cNvPr>
          <p:cNvSpPr txBox="1"/>
          <p:nvPr/>
        </p:nvSpPr>
        <p:spPr>
          <a:xfrm>
            <a:off x="8429296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CE927F-6F2D-7C4E-A51D-683038842E00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8791577" y="5598467"/>
            <a:ext cx="0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EF182C6-3A3A-5340-AECF-F5309B097F1B}"/>
              </a:ext>
            </a:extLst>
          </p:cNvPr>
          <p:cNvCxnSpPr>
            <a:cxnSpLocks/>
          </p:cNvCxnSpPr>
          <p:nvPr/>
        </p:nvCxnSpPr>
        <p:spPr>
          <a:xfrm flipH="1">
            <a:off x="8773620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3C08319-763D-EC4A-85E5-A88DF4758EAC}"/>
              </a:ext>
            </a:extLst>
          </p:cNvPr>
          <p:cNvSpPr txBox="1"/>
          <p:nvPr/>
        </p:nvSpPr>
        <p:spPr>
          <a:xfrm>
            <a:off x="10546607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2F9A8A-EA8C-4840-9B67-4CF2EB90B9E3}"/>
              </a:ext>
            </a:extLst>
          </p:cNvPr>
          <p:cNvSpPr txBox="1"/>
          <p:nvPr/>
        </p:nvSpPr>
        <p:spPr>
          <a:xfrm>
            <a:off x="10752751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4B5E655-A336-324F-8040-8067BBACD221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11115032" y="5642964"/>
            <a:ext cx="0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FBE64F-48C5-3445-A705-3585FFC27A81}"/>
              </a:ext>
            </a:extLst>
          </p:cNvPr>
          <p:cNvCxnSpPr>
            <a:cxnSpLocks/>
          </p:cNvCxnSpPr>
          <p:nvPr/>
        </p:nvCxnSpPr>
        <p:spPr>
          <a:xfrm flipH="1">
            <a:off x="11097075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E9BEB0F-F6AB-D14C-AA7C-F8C362827398}"/>
              </a:ext>
            </a:extLst>
          </p:cNvPr>
          <p:cNvCxnSpPr>
            <a:cxnSpLocks/>
            <a:stCxn id="29" idx="2"/>
            <a:endCxn id="42" idx="0"/>
          </p:cNvCxnSpPr>
          <p:nvPr/>
        </p:nvCxnSpPr>
        <p:spPr>
          <a:xfrm>
            <a:off x="8748807" y="4964543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5E41403-C4A0-4D4C-8612-2848F97625CD}"/>
              </a:ext>
            </a:extLst>
          </p:cNvPr>
          <p:cNvSpPr txBox="1"/>
          <p:nvPr/>
        </p:nvSpPr>
        <p:spPr>
          <a:xfrm>
            <a:off x="8390821" y="5207432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14A3599-6266-194B-A062-C993C27C06A8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11070339" y="4886852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1C7E270-ED72-8040-87BF-6441A4678689}"/>
              </a:ext>
            </a:extLst>
          </p:cNvPr>
          <p:cNvSpPr txBox="1"/>
          <p:nvPr/>
        </p:nvSpPr>
        <p:spPr>
          <a:xfrm>
            <a:off x="10712353" y="5129741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C1923B-CC00-F54F-B58B-2CBADA324DE1}"/>
              </a:ext>
            </a:extLst>
          </p:cNvPr>
          <p:cNvSpPr txBox="1"/>
          <p:nvPr/>
        </p:nvSpPr>
        <p:spPr>
          <a:xfrm>
            <a:off x="3337704" y="194173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BEC7F16-A435-7C43-9D5A-1A75CBD13DBE}"/>
              </a:ext>
            </a:extLst>
          </p:cNvPr>
          <p:cNvCxnSpPr>
            <a:cxnSpLocks/>
            <a:stCxn id="36" idx="2"/>
            <a:endCxn id="38" idx="0"/>
          </p:cNvCxnSpPr>
          <p:nvPr/>
        </p:nvCxnSpPr>
        <p:spPr>
          <a:xfrm flipH="1">
            <a:off x="2001800" y="2311063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8EE1F56-B098-B34B-BF7A-EF753C1D22C6}"/>
              </a:ext>
            </a:extLst>
          </p:cNvPr>
          <p:cNvSpPr txBox="1"/>
          <p:nvPr/>
        </p:nvSpPr>
        <p:spPr>
          <a:xfrm>
            <a:off x="1702808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30EC886-051B-1248-823D-2EB736133459}"/>
              </a:ext>
            </a:extLst>
          </p:cNvPr>
          <p:cNvCxnSpPr>
            <a:cxnSpLocks/>
            <a:stCxn id="36" idx="2"/>
            <a:endCxn id="43" idx="0"/>
          </p:cNvCxnSpPr>
          <p:nvPr/>
        </p:nvCxnSpPr>
        <p:spPr>
          <a:xfrm>
            <a:off x="3636696" y="2311063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952DEB2-6A92-8541-ACE1-DDEDA7B9D118}"/>
              </a:ext>
            </a:extLst>
          </p:cNvPr>
          <p:cNvCxnSpPr>
            <a:cxnSpLocks/>
            <a:stCxn id="36" idx="2"/>
            <a:endCxn id="44" idx="0"/>
          </p:cNvCxnSpPr>
          <p:nvPr/>
        </p:nvCxnSpPr>
        <p:spPr>
          <a:xfrm>
            <a:off x="3636696" y="2311063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A9C10E0-8E1E-5748-91F2-5B29E549D1D6}"/>
              </a:ext>
            </a:extLst>
          </p:cNvPr>
          <p:cNvSpPr txBox="1"/>
          <p:nvPr/>
        </p:nvSpPr>
        <p:spPr>
          <a:xfrm>
            <a:off x="3196575" y="2865900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CA5CA2-4EA4-3B4E-9A91-6DDCD6F71A20}"/>
              </a:ext>
            </a:extLst>
          </p:cNvPr>
          <p:cNvSpPr txBox="1"/>
          <p:nvPr/>
        </p:nvSpPr>
        <p:spPr>
          <a:xfrm>
            <a:off x="4395045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737F467-DD3B-464D-AB7C-48ADAE9C7A75}"/>
              </a:ext>
            </a:extLst>
          </p:cNvPr>
          <p:cNvCxnSpPr>
            <a:cxnSpLocks/>
          </p:cNvCxnSpPr>
          <p:nvPr/>
        </p:nvCxnSpPr>
        <p:spPr>
          <a:xfrm flipH="1">
            <a:off x="704643" y="327510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B3C027E-6CAD-874A-BA4C-D4BDE373AB42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ED3D8CF-46C2-074A-B667-A1B26D7A6839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1C57070-1823-F445-9473-2FC7F87656AF}"/>
              </a:ext>
            </a:extLst>
          </p:cNvPr>
          <p:cNvSpPr txBox="1"/>
          <p:nvPr/>
        </p:nvSpPr>
        <p:spPr>
          <a:xfrm>
            <a:off x="1471443" y="3742210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253B0E-0EC6-3148-A7AA-7554864A0EED}"/>
              </a:ext>
            </a:extLst>
          </p:cNvPr>
          <p:cNvSpPr txBox="1"/>
          <p:nvPr/>
        </p:nvSpPr>
        <p:spPr>
          <a:xfrm>
            <a:off x="405651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D89358-50D5-5149-9D7E-12BE25096FA6}"/>
              </a:ext>
            </a:extLst>
          </p:cNvPr>
          <p:cNvSpPr txBox="1"/>
          <p:nvPr/>
        </p:nvSpPr>
        <p:spPr>
          <a:xfrm>
            <a:off x="2727183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B51672-AA26-1342-9E90-03C0F97FFA09}"/>
              </a:ext>
            </a:extLst>
          </p:cNvPr>
          <p:cNvSpPr txBox="1"/>
          <p:nvPr/>
        </p:nvSpPr>
        <p:spPr>
          <a:xfrm>
            <a:off x="169084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BB3498-EE54-8746-A272-5AD0BED142DC}"/>
              </a:ext>
            </a:extLst>
          </p:cNvPr>
          <p:cNvSpPr txBox="1"/>
          <p:nvPr/>
        </p:nvSpPr>
        <p:spPr>
          <a:xfrm>
            <a:off x="375228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D6F8D07-D95A-5448-B1DF-6BD3C103C7EB}"/>
              </a:ext>
            </a:extLst>
          </p:cNvPr>
          <p:cNvCxnSpPr>
            <a:cxnSpLocks/>
            <a:endCxn id="59" idx="0"/>
          </p:cNvCxnSpPr>
          <p:nvPr/>
        </p:nvCxnSpPr>
        <p:spPr>
          <a:xfrm flipH="1">
            <a:off x="737509" y="5413801"/>
            <a:ext cx="1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86DCAF7-69E6-834A-AE6E-0FE38CEA85BA}"/>
              </a:ext>
            </a:extLst>
          </p:cNvPr>
          <p:cNvCxnSpPr>
            <a:cxnSpLocks/>
          </p:cNvCxnSpPr>
          <p:nvPr/>
        </p:nvCxnSpPr>
        <p:spPr>
          <a:xfrm flipH="1">
            <a:off x="719552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BD57399C-B201-B746-8DE0-BCBE79A9AA7E}"/>
              </a:ext>
            </a:extLst>
          </p:cNvPr>
          <p:cNvSpPr txBox="1"/>
          <p:nvPr/>
        </p:nvSpPr>
        <p:spPr>
          <a:xfrm>
            <a:off x="2492539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26449A-B7B4-B146-92E2-AEC4902CF791}"/>
              </a:ext>
            </a:extLst>
          </p:cNvPr>
          <p:cNvSpPr txBox="1"/>
          <p:nvPr/>
        </p:nvSpPr>
        <p:spPr>
          <a:xfrm>
            <a:off x="2698683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C04012A-4FA5-6B44-80E4-9A7BFA02A83B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3060964" y="5458298"/>
            <a:ext cx="1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93561DF-98DF-A440-B8EE-AB89FE1FA19E}"/>
              </a:ext>
            </a:extLst>
          </p:cNvPr>
          <p:cNvCxnSpPr>
            <a:cxnSpLocks/>
          </p:cNvCxnSpPr>
          <p:nvPr/>
        </p:nvCxnSpPr>
        <p:spPr>
          <a:xfrm flipH="1">
            <a:off x="3043007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AC93A18-FD63-3C49-B627-4ED0A6C07807}"/>
              </a:ext>
            </a:extLst>
          </p:cNvPr>
          <p:cNvCxnSpPr>
            <a:cxnSpLocks/>
            <a:stCxn id="60" idx="2"/>
            <a:endCxn id="68" idx="0"/>
          </p:cNvCxnSpPr>
          <p:nvPr/>
        </p:nvCxnSpPr>
        <p:spPr>
          <a:xfrm>
            <a:off x="694739" y="4779877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BACA7DC-06DF-1F42-9362-D172C7991887}"/>
              </a:ext>
            </a:extLst>
          </p:cNvPr>
          <p:cNvSpPr txBox="1"/>
          <p:nvPr/>
        </p:nvSpPr>
        <p:spPr>
          <a:xfrm>
            <a:off x="336753" y="5022766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3147EF5-1094-DF40-B87D-B68D07211B82}"/>
              </a:ext>
            </a:extLst>
          </p:cNvPr>
          <p:cNvCxnSpPr>
            <a:cxnSpLocks/>
            <a:endCxn id="70" idx="0"/>
          </p:cNvCxnSpPr>
          <p:nvPr/>
        </p:nvCxnSpPr>
        <p:spPr>
          <a:xfrm>
            <a:off x="3016271" y="4702186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E3A4C9DB-E5C4-EE4E-B341-8806AFC0BC1A}"/>
              </a:ext>
            </a:extLst>
          </p:cNvPr>
          <p:cNvSpPr txBox="1"/>
          <p:nvPr/>
        </p:nvSpPr>
        <p:spPr>
          <a:xfrm>
            <a:off x="2658285" y="4945075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863AD3-AF58-9343-8A51-6AC7DA42C02D}"/>
              </a:ext>
            </a:extLst>
          </p:cNvPr>
          <p:cNvSpPr txBox="1"/>
          <p:nvPr/>
        </p:nvSpPr>
        <p:spPr>
          <a:xfrm>
            <a:off x="4108799" y="5194151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FB1C20C-FC64-DC4C-9330-6351C4E9B540}"/>
              </a:ext>
            </a:extLst>
          </p:cNvPr>
          <p:cNvCxnSpPr>
            <a:cxnSpLocks/>
            <a:endCxn id="73" idx="0"/>
          </p:cNvCxnSpPr>
          <p:nvPr/>
        </p:nvCxnSpPr>
        <p:spPr>
          <a:xfrm flipH="1">
            <a:off x="4682834" y="3201598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5E35CF3-8A64-944D-AA44-CCB594F0C936}"/>
              </a:ext>
            </a:extLst>
          </p:cNvPr>
          <p:cNvSpPr txBox="1"/>
          <p:nvPr/>
        </p:nvSpPr>
        <p:spPr>
          <a:xfrm>
            <a:off x="4363323" y="3666176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1C3E4BA-997F-AA4A-BB0F-E26D41A1AC4D}"/>
              </a:ext>
            </a:extLst>
          </p:cNvPr>
          <p:cNvCxnSpPr>
            <a:cxnSpLocks/>
            <a:stCxn id="73" idx="2"/>
            <a:endCxn id="75" idx="0"/>
          </p:cNvCxnSpPr>
          <p:nvPr/>
        </p:nvCxnSpPr>
        <p:spPr>
          <a:xfrm flipH="1">
            <a:off x="4682833" y="4035508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AECA206-BD9C-0C4C-ACFA-6ED75A7F6D50}"/>
              </a:ext>
            </a:extLst>
          </p:cNvPr>
          <p:cNvSpPr txBox="1"/>
          <p:nvPr/>
        </p:nvSpPr>
        <p:spPr>
          <a:xfrm>
            <a:off x="4314943" y="4524758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ECCCB75-1593-BA4C-988E-981C8B8AF8D5}"/>
              </a:ext>
            </a:extLst>
          </p:cNvPr>
          <p:cNvCxnSpPr>
            <a:cxnSpLocks/>
            <a:stCxn id="75" idx="2"/>
            <a:endCxn id="71" idx="0"/>
          </p:cNvCxnSpPr>
          <p:nvPr/>
        </p:nvCxnSpPr>
        <p:spPr>
          <a:xfrm flipH="1">
            <a:off x="4677224" y="4894090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8266C30-93B1-BD48-B373-E522C26F96A0}"/>
              </a:ext>
            </a:extLst>
          </p:cNvPr>
          <p:cNvSpPr txBox="1"/>
          <p:nvPr/>
        </p:nvSpPr>
        <p:spPr>
          <a:xfrm>
            <a:off x="4847847" y="1513071"/>
            <a:ext cx="27158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Both parse trees are valid,</a:t>
            </a:r>
            <a:br>
              <a:rPr lang="en-US" dirty="0"/>
            </a:br>
            <a:r>
              <a:rPr lang="en-US" dirty="0"/>
              <a:t>this grammar is ambiguous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9CC26F-5E3B-8DC0-681E-267904BF4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651" y="359774"/>
            <a:ext cx="19177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813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3196575" y="595375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F4FC3F-B8F7-EF4A-8F6B-AAFA31AB4690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141CE8-2344-0948-9E95-8E3D11DE2430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6D905BC-8176-5C4B-8283-5453872C600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6B2F0-A92C-9842-99A5-BB5F68B3CB0F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373421-B101-4546-B128-9E43278BD634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0AF16AA-22CD-FA4F-9F55-FCC38AD1D4BA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6A98FD-3CE1-2241-952E-12AD71379DB0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D518E2-D041-B54A-BAFD-9F3EB0B79156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E47221-BFFC-0243-AFE9-5C53FC906A1B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807E1A-CE97-FF41-A2A5-7C3CB46AC284}"/>
              </a:ext>
            </a:extLst>
          </p:cNvPr>
          <p:cNvCxnSpPr>
            <a:cxnSpLocks/>
          </p:cNvCxnSpPr>
          <p:nvPr/>
        </p:nvCxnSpPr>
        <p:spPr>
          <a:xfrm flipH="1">
            <a:off x="8758711" y="345977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AF383E-DF34-F944-BC7F-24A207C0E665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A92CF3-16B2-3A46-9746-FE978094BA1D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73FE82-5C9F-3B48-8EAE-3B7CB4B7E7F6}"/>
              </a:ext>
            </a:extLst>
          </p:cNvPr>
          <p:cNvSpPr txBox="1"/>
          <p:nvPr/>
        </p:nvSpPr>
        <p:spPr>
          <a:xfrm>
            <a:off x="9525511" y="392687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067DEE-CDD4-7E46-9949-17B518AA1F04}"/>
              </a:ext>
            </a:extLst>
          </p:cNvPr>
          <p:cNvSpPr txBox="1"/>
          <p:nvPr/>
        </p:nvSpPr>
        <p:spPr>
          <a:xfrm>
            <a:off x="8459719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CBC7C3-3B2D-8846-922F-FFE276D95ACE}"/>
              </a:ext>
            </a:extLst>
          </p:cNvPr>
          <p:cNvSpPr txBox="1"/>
          <p:nvPr/>
        </p:nvSpPr>
        <p:spPr>
          <a:xfrm>
            <a:off x="10781251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3078ED-048C-F640-ACD0-3E3AAD13C997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D31FE39-303E-6A49-A3C2-0B76C241499E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85D5B41-A14A-6947-AF22-039FD4CC5D3A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24A46DA-5EEF-E14F-98AC-75E996BC5908}"/>
              </a:ext>
            </a:extLst>
          </p:cNvPr>
          <p:cNvCxnSpPr>
            <a:cxnSpLocks/>
            <a:stCxn id="24" idx="2"/>
            <a:endCxn id="14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3922C26-78A1-2B41-8636-490EF1E8297B}"/>
              </a:ext>
            </a:extLst>
          </p:cNvPr>
          <p:cNvSpPr txBox="1"/>
          <p:nvPr/>
        </p:nvSpPr>
        <p:spPr>
          <a:xfrm>
            <a:off x="8223152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7B625C-0EB6-C44A-B7B1-59D7A6B79F63}"/>
              </a:ext>
            </a:extLst>
          </p:cNvPr>
          <p:cNvSpPr txBox="1"/>
          <p:nvPr/>
        </p:nvSpPr>
        <p:spPr>
          <a:xfrm>
            <a:off x="8429296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CE927F-6F2D-7C4E-A51D-683038842E00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8791577" y="5598467"/>
            <a:ext cx="0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EF182C6-3A3A-5340-AECF-F5309B097F1B}"/>
              </a:ext>
            </a:extLst>
          </p:cNvPr>
          <p:cNvCxnSpPr>
            <a:cxnSpLocks/>
          </p:cNvCxnSpPr>
          <p:nvPr/>
        </p:nvCxnSpPr>
        <p:spPr>
          <a:xfrm flipH="1">
            <a:off x="8773620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3C08319-763D-EC4A-85E5-A88DF4758EAC}"/>
              </a:ext>
            </a:extLst>
          </p:cNvPr>
          <p:cNvSpPr txBox="1"/>
          <p:nvPr/>
        </p:nvSpPr>
        <p:spPr>
          <a:xfrm>
            <a:off x="10546607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2F9A8A-EA8C-4840-9B67-4CF2EB90B9E3}"/>
              </a:ext>
            </a:extLst>
          </p:cNvPr>
          <p:cNvSpPr txBox="1"/>
          <p:nvPr/>
        </p:nvSpPr>
        <p:spPr>
          <a:xfrm>
            <a:off x="10752751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4B5E655-A336-324F-8040-8067BBACD221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11115032" y="5642964"/>
            <a:ext cx="0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FBE64F-48C5-3445-A705-3585FFC27A81}"/>
              </a:ext>
            </a:extLst>
          </p:cNvPr>
          <p:cNvCxnSpPr>
            <a:cxnSpLocks/>
          </p:cNvCxnSpPr>
          <p:nvPr/>
        </p:nvCxnSpPr>
        <p:spPr>
          <a:xfrm flipH="1">
            <a:off x="11097075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E9BEB0F-F6AB-D14C-AA7C-F8C362827398}"/>
              </a:ext>
            </a:extLst>
          </p:cNvPr>
          <p:cNvCxnSpPr>
            <a:cxnSpLocks/>
            <a:stCxn id="29" idx="2"/>
            <a:endCxn id="42" idx="0"/>
          </p:cNvCxnSpPr>
          <p:nvPr/>
        </p:nvCxnSpPr>
        <p:spPr>
          <a:xfrm>
            <a:off x="8748807" y="4964543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5E41403-C4A0-4D4C-8612-2848F97625CD}"/>
              </a:ext>
            </a:extLst>
          </p:cNvPr>
          <p:cNvSpPr txBox="1"/>
          <p:nvPr/>
        </p:nvSpPr>
        <p:spPr>
          <a:xfrm>
            <a:off x="8390821" y="5207432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14A3599-6266-194B-A062-C993C27C06A8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11070339" y="4886852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1C7E270-ED72-8040-87BF-6441A4678689}"/>
              </a:ext>
            </a:extLst>
          </p:cNvPr>
          <p:cNvSpPr txBox="1"/>
          <p:nvPr/>
        </p:nvSpPr>
        <p:spPr>
          <a:xfrm>
            <a:off x="10712353" y="5129741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C1923B-CC00-F54F-B58B-2CBADA324DE1}"/>
              </a:ext>
            </a:extLst>
          </p:cNvPr>
          <p:cNvSpPr txBox="1"/>
          <p:nvPr/>
        </p:nvSpPr>
        <p:spPr>
          <a:xfrm>
            <a:off x="3337704" y="194173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BEC7F16-A435-7C43-9D5A-1A75CBD13DBE}"/>
              </a:ext>
            </a:extLst>
          </p:cNvPr>
          <p:cNvCxnSpPr>
            <a:cxnSpLocks/>
            <a:stCxn id="36" idx="2"/>
            <a:endCxn id="38" idx="0"/>
          </p:cNvCxnSpPr>
          <p:nvPr/>
        </p:nvCxnSpPr>
        <p:spPr>
          <a:xfrm flipH="1">
            <a:off x="2001800" y="2311063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8EE1F56-B098-B34B-BF7A-EF753C1D22C6}"/>
              </a:ext>
            </a:extLst>
          </p:cNvPr>
          <p:cNvSpPr txBox="1"/>
          <p:nvPr/>
        </p:nvSpPr>
        <p:spPr>
          <a:xfrm>
            <a:off x="1702808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30EC886-051B-1248-823D-2EB736133459}"/>
              </a:ext>
            </a:extLst>
          </p:cNvPr>
          <p:cNvCxnSpPr>
            <a:cxnSpLocks/>
            <a:stCxn id="36" idx="2"/>
            <a:endCxn id="43" idx="0"/>
          </p:cNvCxnSpPr>
          <p:nvPr/>
        </p:nvCxnSpPr>
        <p:spPr>
          <a:xfrm>
            <a:off x="3636696" y="2311063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952DEB2-6A92-8541-ACE1-DDEDA7B9D118}"/>
              </a:ext>
            </a:extLst>
          </p:cNvPr>
          <p:cNvCxnSpPr>
            <a:cxnSpLocks/>
            <a:stCxn id="36" idx="2"/>
            <a:endCxn id="44" idx="0"/>
          </p:cNvCxnSpPr>
          <p:nvPr/>
        </p:nvCxnSpPr>
        <p:spPr>
          <a:xfrm>
            <a:off x="3636696" y="2311063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A9C10E0-8E1E-5748-91F2-5B29E549D1D6}"/>
              </a:ext>
            </a:extLst>
          </p:cNvPr>
          <p:cNvSpPr txBox="1"/>
          <p:nvPr/>
        </p:nvSpPr>
        <p:spPr>
          <a:xfrm>
            <a:off x="3196575" y="2865900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CA5CA2-4EA4-3B4E-9A91-6DDCD6F71A20}"/>
              </a:ext>
            </a:extLst>
          </p:cNvPr>
          <p:cNvSpPr txBox="1"/>
          <p:nvPr/>
        </p:nvSpPr>
        <p:spPr>
          <a:xfrm>
            <a:off x="4395045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737F467-DD3B-464D-AB7C-48ADAE9C7A75}"/>
              </a:ext>
            </a:extLst>
          </p:cNvPr>
          <p:cNvCxnSpPr>
            <a:cxnSpLocks/>
          </p:cNvCxnSpPr>
          <p:nvPr/>
        </p:nvCxnSpPr>
        <p:spPr>
          <a:xfrm flipH="1">
            <a:off x="704643" y="327510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B3C027E-6CAD-874A-BA4C-D4BDE373AB42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ED3D8CF-46C2-074A-B667-A1B26D7A6839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1C57070-1823-F445-9473-2FC7F87656AF}"/>
              </a:ext>
            </a:extLst>
          </p:cNvPr>
          <p:cNvSpPr txBox="1"/>
          <p:nvPr/>
        </p:nvSpPr>
        <p:spPr>
          <a:xfrm>
            <a:off x="1471443" y="3742210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253B0E-0EC6-3148-A7AA-7554864A0EED}"/>
              </a:ext>
            </a:extLst>
          </p:cNvPr>
          <p:cNvSpPr txBox="1"/>
          <p:nvPr/>
        </p:nvSpPr>
        <p:spPr>
          <a:xfrm>
            <a:off x="405651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D89358-50D5-5149-9D7E-12BE25096FA6}"/>
              </a:ext>
            </a:extLst>
          </p:cNvPr>
          <p:cNvSpPr txBox="1"/>
          <p:nvPr/>
        </p:nvSpPr>
        <p:spPr>
          <a:xfrm>
            <a:off x="2727183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B51672-AA26-1342-9E90-03C0F97FFA09}"/>
              </a:ext>
            </a:extLst>
          </p:cNvPr>
          <p:cNvSpPr txBox="1"/>
          <p:nvPr/>
        </p:nvSpPr>
        <p:spPr>
          <a:xfrm>
            <a:off x="169084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BB3498-EE54-8746-A272-5AD0BED142DC}"/>
              </a:ext>
            </a:extLst>
          </p:cNvPr>
          <p:cNvSpPr txBox="1"/>
          <p:nvPr/>
        </p:nvSpPr>
        <p:spPr>
          <a:xfrm>
            <a:off x="375228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D6F8D07-D95A-5448-B1DF-6BD3C103C7EB}"/>
              </a:ext>
            </a:extLst>
          </p:cNvPr>
          <p:cNvCxnSpPr>
            <a:cxnSpLocks/>
            <a:endCxn id="59" idx="0"/>
          </p:cNvCxnSpPr>
          <p:nvPr/>
        </p:nvCxnSpPr>
        <p:spPr>
          <a:xfrm flipH="1">
            <a:off x="737509" y="5413801"/>
            <a:ext cx="1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86DCAF7-69E6-834A-AE6E-0FE38CEA85BA}"/>
              </a:ext>
            </a:extLst>
          </p:cNvPr>
          <p:cNvCxnSpPr>
            <a:cxnSpLocks/>
          </p:cNvCxnSpPr>
          <p:nvPr/>
        </p:nvCxnSpPr>
        <p:spPr>
          <a:xfrm flipH="1">
            <a:off x="719552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BD57399C-B201-B746-8DE0-BCBE79A9AA7E}"/>
              </a:ext>
            </a:extLst>
          </p:cNvPr>
          <p:cNvSpPr txBox="1"/>
          <p:nvPr/>
        </p:nvSpPr>
        <p:spPr>
          <a:xfrm>
            <a:off x="2492539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26449A-B7B4-B146-92E2-AEC4902CF791}"/>
              </a:ext>
            </a:extLst>
          </p:cNvPr>
          <p:cNvSpPr txBox="1"/>
          <p:nvPr/>
        </p:nvSpPr>
        <p:spPr>
          <a:xfrm>
            <a:off x="2698683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C04012A-4FA5-6B44-80E4-9A7BFA02A83B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3060964" y="5458298"/>
            <a:ext cx="1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93561DF-98DF-A440-B8EE-AB89FE1FA19E}"/>
              </a:ext>
            </a:extLst>
          </p:cNvPr>
          <p:cNvCxnSpPr>
            <a:cxnSpLocks/>
          </p:cNvCxnSpPr>
          <p:nvPr/>
        </p:nvCxnSpPr>
        <p:spPr>
          <a:xfrm flipH="1">
            <a:off x="3043007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AC93A18-FD63-3C49-B627-4ED0A6C07807}"/>
              </a:ext>
            </a:extLst>
          </p:cNvPr>
          <p:cNvCxnSpPr>
            <a:cxnSpLocks/>
            <a:stCxn id="60" idx="2"/>
            <a:endCxn id="68" idx="0"/>
          </p:cNvCxnSpPr>
          <p:nvPr/>
        </p:nvCxnSpPr>
        <p:spPr>
          <a:xfrm>
            <a:off x="694739" y="4779877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BACA7DC-06DF-1F42-9362-D172C7991887}"/>
              </a:ext>
            </a:extLst>
          </p:cNvPr>
          <p:cNvSpPr txBox="1"/>
          <p:nvPr/>
        </p:nvSpPr>
        <p:spPr>
          <a:xfrm>
            <a:off x="336753" y="5022766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3147EF5-1094-DF40-B87D-B68D07211B82}"/>
              </a:ext>
            </a:extLst>
          </p:cNvPr>
          <p:cNvCxnSpPr>
            <a:cxnSpLocks/>
            <a:endCxn id="70" idx="0"/>
          </p:cNvCxnSpPr>
          <p:nvPr/>
        </p:nvCxnSpPr>
        <p:spPr>
          <a:xfrm>
            <a:off x="3016271" y="4702186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E3A4C9DB-E5C4-EE4E-B341-8806AFC0BC1A}"/>
              </a:ext>
            </a:extLst>
          </p:cNvPr>
          <p:cNvSpPr txBox="1"/>
          <p:nvPr/>
        </p:nvSpPr>
        <p:spPr>
          <a:xfrm>
            <a:off x="2658285" y="4945075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863AD3-AF58-9343-8A51-6AC7DA42C02D}"/>
              </a:ext>
            </a:extLst>
          </p:cNvPr>
          <p:cNvSpPr txBox="1"/>
          <p:nvPr/>
        </p:nvSpPr>
        <p:spPr>
          <a:xfrm>
            <a:off x="4108799" y="5194151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FB1C20C-FC64-DC4C-9330-6351C4E9B540}"/>
              </a:ext>
            </a:extLst>
          </p:cNvPr>
          <p:cNvCxnSpPr>
            <a:cxnSpLocks/>
            <a:endCxn id="73" idx="0"/>
          </p:cNvCxnSpPr>
          <p:nvPr/>
        </p:nvCxnSpPr>
        <p:spPr>
          <a:xfrm flipH="1">
            <a:off x="4682834" y="3201598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5E35CF3-8A64-944D-AA44-CCB594F0C936}"/>
              </a:ext>
            </a:extLst>
          </p:cNvPr>
          <p:cNvSpPr txBox="1"/>
          <p:nvPr/>
        </p:nvSpPr>
        <p:spPr>
          <a:xfrm>
            <a:off x="4363323" y="3666176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1C3E4BA-997F-AA4A-BB0F-E26D41A1AC4D}"/>
              </a:ext>
            </a:extLst>
          </p:cNvPr>
          <p:cNvCxnSpPr>
            <a:cxnSpLocks/>
            <a:stCxn id="73" idx="2"/>
            <a:endCxn id="75" idx="0"/>
          </p:cNvCxnSpPr>
          <p:nvPr/>
        </p:nvCxnSpPr>
        <p:spPr>
          <a:xfrm flipH="1">
            <a:off x="4682833" y="4035508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AECA206-BD9C-0C4C-ACFA-6ED75A7F6D50}"/>
              </a:ext>
            </a:extLst>
          </p:cNvPr>
          <p:cNvSpPr txBox="1"/>
          <p:nvPr/>
        </p:nvSpPr>
        <p:spPr>
          <a:xfrm>
            <a:off x="4314943" y="4524758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ECCCB75-1593-BA4C-988E-981C8B8AF8D5}"/>
              </a:ext>
            </a:extLst>
          </p:cNvPr>
          <p:cNvCxnSpPr>
            <a:cxnSpLocks/>
            <a:stCxn id="75" idx="2"/>
            <a:endCxn id="71" idx="0"/>
          </p:cNvCxnSpPr>
          <p:nvPr/>
        </p:nvCxnSpPr>
        <p:spPr>
          <a:xfrm flipH="1">
            <a:off x="4677224" y="4894090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E9375D6-2140-CC4E-81AB-2AAC9912AE0D}"/>
              </a:ext>
            </a:extLst>
          </p:cNvPr>
          <p:cNvSpPr txBox="1"/>
          <p:nvPr/>
        </p:nvSpPr>
        <p:spPr>
          <a:xfrm>
            <a:off x="435242" y="1524075"/>
            <a:ext cx="2216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What about this one?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072D68-CBCE-23C2-51FD-F17A533850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048"/>
          <a:stretch/>
        </p:blipFill>
        <p:spPr>
          <a:xfrm>
            <a:off x="253848" y="569775"/>
            <a:ext cx="2565400" cy="7795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63040B-B280-5381-45BF-BFB22E527804}"/>
              </a:ext>
            </a:extLst>
          </p:cNvPr>
          <p:cNvSpPr txBox="1"/>
          <p:nvPr/>
        </p:nvSpPr>
        <p:spPr>
          <a:xfrm>
            <a:off x="8934394" y="791570"/>
            <a:ext cx="2180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next slide</a:t>
            </a:r>
          </a:p>
        </p:txBody>
      </p:sp>
    </p:spTree>
    <p:extLst>
      <p:ext uri="{BB962C8B-B14F-4D97-AF65-F5344CB8AC3E}">
        <p14:creationId xmlns:p14="http://schemas.microsoft.com/office/powerpoint/2010/main" val="2261771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3196575" y="595375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F4FC3F-B8F7-EF4A-8F6B-AAFA31AB4690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141CE8-2344-0948-9E95-8E3D11DE2430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6D905BC-8176-5C4B-8283-5453872C600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6B2F0-A92C-9842-99A5-BB5F68B3CB0F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373421-B101-4546-B128-9E43278BD634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0AF16AA-22CD-FA4F-9F55-FCC38AD1D4BA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6A98FD-3CE1-2241-952E-12AD71379DB0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D518E2-D041-B54A-BAFD-9F3EB0B79156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E47221-BFFC-0243-AFE9-5C53FC906A1B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807E1A-CE97-FF41-A2A5-7C3CB46AC284}"/>
              </a:ext>
            </a:extLst>
          </p:cNvPr>
          <p:cNvCxnSpPr>
            <a:cxnSpLocks/>
          </p:cNvCxnSpPr>
          <p:nvPr/>
        </p:nvCxnSpPr>
        <p:spPr>
          <a:xfrm flipH="1">
            <a:off x="8758711" y="345977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AF383E-DF34-F944-BC7F-24A207C0E665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A92CF3-16B2-3A46-9746-FE978094BA1D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73FE82-5C9F-3B48-8EAE-3B7CB4B7E7F6}"/>
              </a:ext>
            </a:extLst>
          </p:cNvPr>
          <p:cNvSpPr txBox="1"/>
          <p:nvPr/>
        </p:nvSpPr>
        <p:spPr>
          <a:xfrm>
            <a:off x="9525511" y="392687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067DEE-CDD4-7E46-9949-17B518AA1F04}"/>
              </a:ext>
            </a:extLst>
          </p:cNvPr>
          <p:cNvSpPr txBox="1"/>
          <p:nvPr/>
        </p:nvSpPr>
        <p:spPr>
          <a:xfrm>
            <a:off x="8459719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CBC7C3-3B2D-8846-922F-FFE276D95ACE}"/>
              </a:ext>
            </a:extLst>
          </p:cNvPr>
          <p:cNvSpPr txBox="1"/>
          <p:nvPr/>
        </p:nvSpPr>
        <p:spPr>
          <a:xfrm>
            <a:off x="10781251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3078ED-048C-F640-ACD0-3E3AAD13C997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D31FE39-303E-6A49-A3C2-0B76C241499E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85D5B41-A14A-6947-AF22-039FD4CC5D3A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24A46DA-5EEF-E14F-98AC-75E996BC5908}"/>
              </a:ext>
            </a:extLst>
          </p:cNvPr>
          <p:cNvCxnSpPr>
            <a:cxnSpLocks/>
            <a:stCxn id="24" idx="2"/>
            <a:endCxn id="14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3922C26-78A1-2B41-8636-490EF1E8297B}"/>
              </a:ext>
            </a:extLst>
          </p:cNvPr>
          <p:cNvSpPr txBox="1"/>
          <p:nvPr/>
        </p:nvSpPr>
        <p:spPr>
          <a:xfrm>
            <a:off x="8223152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7B625C-0EB6-C44A-B7B1-59D7A6B79F63}"/>
              </a:ext>
            </a:extLst>
          </p:cNvPr>
          <p:cNvSpPr txBox="1"/>
          <p:nvPr/>
        </p:nvSpPr>
        <p:spPr>
          <a:xfrm>
            <a:off x="8429296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CE927F-6F2D-7C4E-A51D-683038842E00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8791577" y="5598467"/>
            <a:ext cx="0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EF182C6-3A3A-5340-AECF-F5309B097F1B}"/>
              </a:ext>
            </a:extLst>
          </p:cNvPr>
          <p:cNvCxnSpPr>
            <a:cxnSpLocks/>
          </p:cNvCxnSpPr>
          <p:nvPr/>
        </p:nvCxnSpPr>
        <p:spPr>
          <a:xfrm flipH="1">
            <a:off x="8773620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3C08319-763D-EC4A-85E5-A88DF4758EAC}"/>
              </a:ext>
            </a:extLst>
          </p:cNvPr>
          <p:cNvSpPr txBox="1"/>
          <p:nvPr/>
        </p:nvSpPr>
        <p:spPr>
          <a:xfrm>
            <a:off x="10546607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2F9A8A-EA8C-4840-9B67-4CF2EB90B9E3}"/>
              </a:ext>
            </a:extLst>
          </p:cNvPr>
          <p:cNvSpPr txBox="1"/>
          <p:nvPr/>
        </p:nvSpPr>
        <p:spPr>
          <a:xfrm>
            <a:off x="10752751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4B5E655-A336-324F-8040-8067BBACD221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11115032" y="5642964"/>
            <a:ext cx="0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FBE64F-48C5-3445-A705-3585FFC27A81}"/>
              </a:ext>
            </a:extLst>
          </p:cNvPr>
          <p:cNvCxnSpPr>
            <a:cxnSpLocks/>
          </p:cNvCxnSpPr>
          <p:nvPr/>
        </p:nvCxnSpPr>
        <p:spPr>
          <a:xfrm flipH="1">
            <a:off x="11097075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E9BEB0F-F6AB-D14C-AA7C-F8C362827398}"/>
              </a:ext>
            </a:extLst>
          </p:cNvPr>
          <p:cNvCxnSpPr>
            <a:cxnSpLocks/>
            <a:stCxn id="29" idx="2"/>
            <a:endCxn id="42" idx="0"/>
          </p:cNvCxnSpPr>
          <p:nvPr/>
        </p:nvCxnSpPr>
        <p:spPr>
          <a:xfrm>
            <a:off x="8748807" y="4964543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5E41403-C4A0-4D4C-8612-2848F97625CD}"/>
              </a:ext>
            </a:extLst>
          </p:cNvPr>
          <p:cNvSpPr txBox="1"/>
          <p:nvPr/>
        </p:nvSpPr>
        <p:spPr>
          <a:xfrm>
            <a:off x="8390821" y="5207432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14A3599-6266-194B-A062-C993C27C06A8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11070339" y="4886852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1C7E270-ED72-8040-87BF-6441A4678689}"/>
              </a:ext>
            </a:extLst>
          </p:cNvPr>
          <p:cNvSpPr txBox="1"/>
          <p:nvPr/>
        </p:nvSpPr>
        <p:spPr>
          <a:xfrm>
            <a:off x="10712353" y="5129741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C1923B-CC00-F54F-B58B-2CBADA324DE1}"/>
              </a:ext>
            </a:extLst>
          </p:cNvPr>
          <p:cNvSpPr txBox="1"/>
          <p:nvPr/>
        </p:nvSpPr>
        <p:spPr>
          <a:xfrm>
            <a:off x="3337704" y="194173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BEC7F16-A435-7C43-9D5A-1A75CBD13DBE}"/>
              </a:ext>
            </a:extLst>
          </p:cNvPr>
          <p:cNvCxnSpPr>
            <a:cxnSpLocks/>
            <a:stCxn id="36" idx="2"/>
            <a:endCxn id="38" idx="0"/>
          </p:cNvCxnSpPr>
          <p:nvPr/>
        </p:nvCxnSpPr>
        <p:spPr>
          <a:xfrm flipH="1">
            <a:off x="2001800" y="2311063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8EE1F56-B098-B34B-BF7A-EF753C1D22C6}"/>
              </a:ext>
            </a:extLst>
          </p:cNvPr>
          <p:cNvSpPr txBox="1"/>
          <p:nvPr/>
        </p:nvSpPr>
        <p:spPr>
          <a:xfrm>
            <a:off x="1702808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30EC886-051B-1248-823D-2EB736133459}"/>
              </a:ext>
            </a:extLst>
          </p:cNvPr>
          <p:cNvCxnSpPr>
            <a:cxnSpLocks/>
            <a:stCxn id="36" idx="2"/>
            <a:endCxn id="43" idx="0"/>
          </p:cNvCxnSpPr>
          <p:nvPr/>
        </p:nvCxnSpPr>
        <p:spPr>
          <a:xfrm>
            <a:off x="3636696" y="2311063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952DEB2-6A92-8541-ACE1-DDEDA7B9D118}"/>
              </a:ext>
            </a:extLst>
          </p:cNvPr>
          <p:cNvCxnSpPr>
            <a:cxnSpLocks/>
            <a:stCxn id="36" idx="2"/>
            <a:endCxn id="44" idx="0"/>
          </p:cNvCxnSpPr>
          <p:nvPr/>
        </p:nvCxnSpPr>
        <p:spPr>
          <a:xfrm>
            <a:off x="3636696" y="2311063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A9C10E0-8E1E-5748-91F2-5B29E549D1D6}"/>
              </a:ext>
            </a:extLst>
          </p:cNvPr>
          <p:cNvSpPr txBox="1"/>
          <p:nvPr/>
        </p:nvSpPr>
        <p:spPr>
          <a:xfrm>
            <a:off x="3196575" y="2865900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CA5CA2-4EA4-3B4E-9A91-6DDCD6F71A20}"/>
              </a:ext>
            </a:extLst>
          </p:cNvPr>
          <p:cNvSpPr txBox="1"/>
          <p:nvPr/>
        </p:nvSpPr>
        <p:spPr>
          <a:xfrm>
            <a:off x="4395045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737F467-DD3B-464D-AB7C-48ADAE9C7A75}"/>
              </a:ext>
            </a:extLst>
          </p:cNvPr>
          <p:cNvCxnSpPr>
            <a:cxnSpLocks/>
          </p:cNvCxnSpPr>
          <p:nvPr/>
        </p:nvCxnSpPr>
        <p:spPr>
          <a:xfrm flipH="1">
            <a:off x="704643" y="327510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B3C027E-6CAD-874A-BA4C-D4BDE373AB42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ED3D8CF-46C2-074A-B667-A1B26D7A6839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1C57070-1823-F445-9473-2FC7F87656AF}"/>
              </a:ext>
            </a:extLst>
          </p:cNvPr>
          <p:cNvSpPr txBox="1"/>
          <p:nvPr/>
        </p:nvSpPr>
        <p:spPr>
          <a:xfrm>
            <a:off x="1471443" y="3742210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253B0E-0EC6-3148-A7AA-7554864A0EED}"/>
              </a:ext>
            </a:extLst>
          </p:cNvPr>
          <p:cNvSpPr txBox="1"/>
          <p:nvPr/>
        </p:nvSpPr>
        <p:spPr>
          <a:xfrm>
            <a:off x="405651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D89358-50D5-5149-9D7E-12BE25096FA6}"/>
              </a:ext>
            </a:extLst>
          </p:cNvPr>
          <p:cNvSpPr txBox="1"/>
          <p:nvPr/>
        </p:nvSpPr>
        <p:spPr>
          <a:xfrm>
            <a:off x="2727183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B51672-AA26-1342-9E90-03C0F97FFA09}"/>
              </a:ext>
            </a:extLst>
          </p:cNvPr>
          <p:cNvSpPr txBox="1"/>
          <p:nvPr/>
        </p:nvSpPr>
        <p:spPr>
          <a:xfrm>
            <a:off x="169084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BB3498-EE54-8746-A272-5AD0BED142DC}"/>
              </a:ext>
            </a:extLst>
          </p:cNvPr>
          <p:cNvSpPr txBox="1"/>
          <p:nvPr/>
        </p:nvSpPr>
        <p:spPr>
          <a:xfrm>
            <a:off x="375228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D6F8D07-D95A-5448-B1DF-6BD3C103C7EB}"/>
              </a:ext>
            </a:extLst>
          </p:cNvPr>
          <p:cNvCxnSpPr>
            <a:cxnSpLocks/>
            <a:endCxn id="59" idx="0"/>
          </p:cNvCxnSpPr>
          <p:nvPr/>
        </p:nvCxnSpPr>
        <p:spPr>
          <a:xfrm flipH="1">
            <a:off x="737509" y="5413801"/>
            <a:ext cx="1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86DCAF7-69E6-834A-AE6E-0FE38CEA85BA}"/>
              </a:ext>
            </a:extLst>
          </p:cNvPr>
          <p:cNvCxnSpPr>
            <a:cxnSpLocks/>
          </p:cNvCxnSpPr>
          <p:nvPr/>
        </p:nvCxnSpPr>
        <p:spPr>
          <a:xfrm flipH="1">
            <a:off x="719552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BD57399C-B201-B746-8DE0-BCBE79A9AA7E}"/>
              </a:ext>
            </a:extLst>
          </p:cNvPr>
          <p:cNvSpPr txBox="1"/>
          <p:nvPr/>
        </p:nvSpPr>
        <p:spPr>
          <a:xfrm>
            <a:off x="2492539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26449A-B7B4-B146-92E2-AEC4902CF791}"/>
              </a:ext>
            </a:extLst>
          </p:cNvPr>
          <p:cNvSpPr txBox="1"/>
          <p:nvPr/>
        </p:nvSpPr>
        <p:spPr>
          <a:xfrm>
            <a:off x="2698683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C04012A-4FA5-6B44-80E4-9A7BFA02A83B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3060964" y="5458298"/>
            <a:ext cx="1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93561DF-98DF-A440-B8EE-AB89FE1FA19E}"/>
              </a:ext>
            </a:extLst>
          </p:cNvPr>
          <p:cNvCxnSpPr>
            <a:cxnSpLocks/>
          </p:cNvCxnSpPr>
          <p:nvPr/>
        </p:nvCxnSpPr>
        <p:spPr>
          <a:xfrm flipH="1">
            <a:off x="3043007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AC93A18-FD63-3C49-B627-4ED0A6C07807}"/>
              </a:ext>
            </a:extLst>
          </p:cNvPr>
          <p:cNvCxnSpPr>
            <a:cxnSpLocks/>
            <a:stCxn id="60" idx="2"/>
            <a:endCxn id="68" idx="0"/>
          </p:cNvCxnSpPr>
          <p:nvPr/>
        </p:nvCxnSpPr>
        <p:spPr>
          <a:xfrm>
            <a:off x="694739" y="4779877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BACA7DC-06DF-1F42-9362-D172C7991887}"/>
              </a:ext>
            </a:extLst>
          </p:cNvPr>
          <p:cNvSpPr txBox="1"/>
          <p:nvPr/>
        </p:nvSpPr>
        <p:spPr>
          <a:xfrm>
            <a:off x="336753" y="5022766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3147EF5-1094-DF40-B87D-B68D07211B82}"/>
              </a:ext>
            </a:extLst>
          </p:cNvPr>
          <p:cNvCxnSpPr>
            <a:cxnSpLocks/>
            <a:endCxn id="70" idx="0"/>
          </p:cNvCxnSpPr>
          <p:nvPr/>
        </p:nvCxnSpPr>
        <p:spPr>
          <a:xfrm>
            <a:off x="3016271" y="4702186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E3A4C9DB-E5C4-EE4E-B341-8806AFC0BC1A}"/>
              </a:ext>
            </a:extLst>
          </p:cNvPr>
          <p:cNvSpPr txBox="1"/>
          <p:nvPr/>
        </p:nvSpPr>
        <p:spPr>
          <a:xfrm>
            <a:off x="2658285" y="4945075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863AD3-AF58-9343-8A51-6AC7DA42C02D}"/>
              </a:ext>
            </a:extLst>
          </p:cNvPr>
          <p:cNvSpPr txBox="1"/>
          <p:nvPr/>
        </p:nvSpPr>
        <p:spPr>
          <a:xfrm>
            <a:off x="4108799" y="5194151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FB1C20C-FC64-DC4C-9330-6351C4E9B540}"/>
              </a:ext>
            </a:extLst>
          </p:cNvPr>
          <p:cNvCxnSpPr>
            <a:cxnSpLocks/>
            <a:endCxn id="73" idx="0"/>
          </p:cNvCxnSpPr>
          <p:nvPr/>
        </p:nvCxnSpPr>
        <p:spPr>
          <a:xfrm flipH="1">
            <a:off x="4682834" y="3201598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5E35CF3-8A64-944D-AA44-CCB594F0C936}"/>
              </a:ext>
            </a:extLst>
          </p:cNvPr>
          <p:cNvSpPr txBox="1"/>
          <p:nvPr/>
        </p:nvSpPr>
        <p:spPr>
          <a:xfrm>
            <a:off x="4363323" y="3666176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1C3E4BA-997F-AA4A-BB0F-E26D41A1AC4D}"/>
              </a:ext>
            </a:extLst>
          </p:cNvPr>
          <p:cNvCxnSpPr>
            <a:cxnSpLocks/>
            <a:stCxn id="73" idx="2"/>
            <a:endCxn id="75" idx="0"/>
          </p:cNvCxnSpPr>
          <p:nvPr/>
        </p:nvCxnSpPr>
        <p:spPr>
          <a:xfrm flipH="1">
            <a:off x="4682833" y="4035508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AECA206-BD9C-0C4C-ACFA-6ED75A7F6D50}"/>
              </a:ext>
            </a:extLst>
          </p:cNvPr>
          <p:cNvSpPr txBox="1"/>
          <p:nvPr/>
        </p:nvSpPr>
        <p:spPr>
          <a:xfrm>
            <a:off x="4314943" y="4524758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ECCCB75-1593-BA4C-988E-981C8B8AF8D5}"/>
              </a:ext>
            </a:extLst>
          </p:cNvPr>
          <p:cNvCxnSpPr>
            <a:cxnSpLocks/>
            <a:stCxn id="75" idx="2"/>
            <a:endCxn id="71" idx="0"/>
          </p:cNvCxnSpPr>
          <p:nvPr/>
        </p:nvCxnSpPr>
        <p:spPr>
          <a:xfrm flipH="1">
            <a:off x="4677224" y="4894090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E9375D6-2140-CC4E-81AB-2AAC9912AE0D}"/>
              </a:ext>
            </a:extLst>
          </p:cNvPr>
          <p:cNvSpPr txBox="1"/>
          <p:nvPr/>
        </p:nvSpPr>
        <p:spPr>
          <a:xfrm>
            <a:off x="435242" y="1524075"/>
            <a:ext cx="2216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What about this one?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072D68-CBCE-23C2-51FD-F17A533850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048"/>
          <a:stretch/>
        </p:blipFill>
        <p:spPr>
          <a:xfrm>
            <a:off x="253848" y="569775"/>
            <a:ext cx="2565400" cy="7795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1255DF-5771-9369-B806-392B6E688ABA}"/>
              </a:ext>
            </a:extLst>
          </p:cNvPr>
          <p:cNvSpPr txBox="1"/>
          <p:nvPr/>
        </p:nvSpPr>
        <p:spPr>
          <a:xfrm>
            <a:off x="9536650" y="1219442"/>
            <a:ext cx="24892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Doesn’t  allow an expression on the RHS.</a:t>
            </a:r>
            <a:br>
              <a:rPr lang="en-US" i="1" dirty="0"/>
            </a:br>
            <a:r>
              <a:rPr lang="en-US" i="1" dirty="0"/>
              <a:t>This parse tree is not allowed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91EF72-4498-D961-E2E2-6D24A3703AC8}"/>
              </a:ext>
            </a:extLst>
          </p:cNvPr>
          <p:cNvSpPr txBox="1"/>
          <p:nvPr/>
        </p:nvSpPr>
        <p:spPr>
          <a:xfrm>
            <a:off x="7427867" y="806274"/>
            <a:ext cx="1925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UNAMBIGUOUS</a:t>
            </a:r>
          </a:p>
        </p:txBody>
      </p:sp>
    </p:spTree>
    <p:extLst>
      <p:ext uri="{BB962C8B-B14F-4D97-AF65-F5344CB8AC3E}">
        <p14:creationId xmlns:p14="http://schemas.microsoft.com/office/powerpoint/2010/main" val="25225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3196575" y="595375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F4FC3F-B8F7-EF4A-8F6B-AAFA31AB4690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141CE8-2344-0948-9E95-8E3D11DE2430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6D905BC-8176-5C4B-8283-5453872C600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6B2F0-A92C-9842-99A5-BB5F68B3CB0F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373421-B101-4546-B128-9E43278BD634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0AF16AA-22CD-FA4F-9F55-FCC38AD1D4BA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6A98FD-3CE1-2241-952E-12AD71379DB0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D518E2-D041-B54A-BAFD-9F3EB0B79156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E47221-BFFC-0243-AFE9-5C53FC906A1B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807E1A-CE97-FF41-A2A5-7C3CB46AC284}"/>
              </a:ext>
            </a:extLst>
          </p:cNvPr>
          <p:cNvCxnSpPr>
            <a:cxnSpLocks/>
          </p:cNvCxnSpPr>
          <p:nvPr/>
        </p:nvCxnSpPr>
        <p:spPr>
          <a:xfrm flipH="1">
            <a:off x="8758711" y="345977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AF383E-DF34-F944-BC7F-24A207C0E665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A92CF3-16B2-3A46-9746-FE978094BA1D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73FE82-5C9F-3B48-8EAE-3B7CB4B7E7F6}"/>
              </a:ext>
            </a:extLst>
          </p:cNvPr>
          <p:cNvSpPr txBox="1"/>
          <p:nvPr/>
        </p:nvSpPr>
        <p:spPr>
          <a:xfrm>
            <a:off x="9525511" y="392687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067DEE-CDD4-7E46-9949-17B518AA1F04}"/>
              </a:ext>
            </a:extLst>
          </p:cNvPr>
          <p:cNvSpPr txBox="1"/>
          <p:nvPr/>
        </p:nvSpPr>
        <p:spPr>
          <a:xfrm>
            <a:off x="8459719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CBC7C3-3B2D-8846-922F-FFE276D95ACE}"/>
              </a:ext>
            </a:extLst>
          </p:cNvPr>
          <p:cNvSpPr txBox="1"/>
          <p:nvPr/>
        </p:nvSpPr>
        <p:spPr>
          <a:xfrm>
            <a:off x="10781251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3078ED-048C-F640-ACD0-3E3AAD13C997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D31FE39-303E-6A49-A3C2-0B76C241499E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85D5B41-A14A-6947-AF22-039FD4CC5D3A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24A46DA-5EEF-E14F-98AC-75E996BC5908}"/>
              </a:ext>
            </a:extLst>
          </p:cNvPr>
          <p:cNvCxnSpPr>
            <a:cxnSpLocks/>
            <a:stCxn id="24" idx="2"/>
            <a:endCxn id="14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3922C26-78A1-2B41-8636-490EF1E8297B}"/>
              </a:ext>
            </a:extLst>
          </p:cNvPr>
          <p:cNvSpPr txBox="1"/>
          <p:nvPr/>
        </p:nvSpPr>
        <p:spPr>
          <a:xfrm>
            <a:off x="8223152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7B625C-0EB6-C44A-B7B1-59D7A6B79F63}"/>
              </a:ext>
            </a:extLst>
          </p:cNvPr>
          <p:cNvSpPr txBox="1"/>
          <p:nvPr/>
        </p:nvSpPr>
        <p:spPr>
          <a:xfrm>
            <a:off x="8429296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CE927F-6F2D-7C4E-A51D-683038842E00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8791577" y="5598467"/>
            <a:ext cx="0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EF182C6-3A3A-5340-AECF-F5309B097F1B}"/>
              </a:ext>
            </a:extLst>
          </p:cNvPr>
          <p:cNvCxnSpPr>
            <a:cxnSpLocks/>
          </p:cNvCxnSpPr>
          <p:nvPr/>
        </p:nvCxnSpPr>
        <p:spPr>
          <a:xfrm flipH="1">
            <a:off x="8773620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3C08319-763D-EC4A-85E5-A88DF4758EAC}"/>
              </a:ext>
            </a:extLst>
          </p:cNvPr>
          <p:cNvSpPr txBox="1"/>
          <p:nvPr/>
        </p:nvSpPr>
        <p:spPr>
          <a:xfrm>
            <a:off x="10546607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2F9A8A-EA8C-4840-9B67-4CF2EB90B9E3}"/>
              </a:ext>
            </a:extLst>
          </p:cNvPr>
          <p:cNvSpPr txBox="1"/>
          <p:nvPr/>
        </p:nvSpPr>
        <p:spPr>
          <a:xfrm>
            <a:off x="10752751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4B5E655-A336-324F-8040-8067BBACD221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11115032" y="5642964"/>
            <a:ext cx="0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FBE64F-48C5-3445-A705-3585FFC27A81}"/>
              </a:ext>
            </a:extLst>
          </p:cNvPr>
          <p:cNvCxnSpPr>
            <a:cxnSpLocks/>
          </p:cNvCxnSpPr>
          <p:nvPr/>
        </p:nvCxnSpPr>
        <p:spPr>
          <a:xfrm flipH="1">
            <a:off x="11097075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E9BEB0F-F6AB-D14C-AA7C-F8C362827398}"/>
              </a:ext>
            </a:extLst>
          </p:cNvPr>
          <p:cNvCxnSpPr>
            <a:cxnSpLocks/>
            <a:stCxn id="29" idx="2"/>
            <a:endCxn id="42" idx="0"/>
          </p:cNvCxnSpPr>
          <p:nvPr/>
        </p:nvCxnSpPr>
        <p:spPr>
          <a:xfrm>
            <a:off x="8748807" y="4964543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5E41403-C4A0-4D4C-8612-2848F97625CD}"/>
              </a:ext>
            </a:extLst>
          </p:cNvPr>
          <p:cNvSpPr txBox="1"/>
          <p:nvPr/>
        </p:nvSpPr>
        <p:spPr>
          <a:xfrm>
            <a:off x="8390821" y="5207432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14A3599-6266-194B-A062-C993C27C06A8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11070339" y="4886852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1C7E270-ED72-8040-87BF-6441A4678689}"/>
              </a:ext>
            </a:extLst>
          </p:cNvPr>
          <p:cNvSpPr txBox="1"/>
          <p:nvPr/>
        </p:nvSpPr>
        <p:spPr>
          <a:xfrm>
            <a:off x="10712353" y="5129741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C1923B-CC00-F54F-B58B-2CBADA324DE1}"/>
              </a:ext>
            </a:extLst>
          </p:cNvPr>
          <p:cNvSpPr txBox="1"/>
          <p:nvPr/>
        </p:nvSpPr>
        <p:spPr>
          <a:xfrm>
            <a:off x="3337704" y="194173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BEC7F16-A435-7C43-9D5A-1A75CBD13DBE}"/>
              </a:ext>
            </a:extLst>
          </p:cNvPr>
          <p:cNvCxnSpPr>
            <a:cxnSpLocks/>
            <a:stCxn id="36" idx="2"/>
            <a:endCxn id="38" idx="0"/>
          </p:cNvCxnSpPr>
          <p:nvPr/>
        </p:nvCxnSpPr>
        <p:spPr>
          <a:xfrm flipH="1">
            <a:off x="2001800" y="2311063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8EE1F56-B098-B34B-BF7A-EF753C1D22C6}"/>
              </a:ext>
            </a:extLst>
          </p:cNvPr>
          <p:cNvSpPr txBox="1"/>
          <p:nvPr/>
        </p:nvSpPr>
        <p:spPr>
          <a:xfrm>
            <a:off x="1702808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30EC886-051B-1248-823D-2EB736133459}"/>
              </a:ext>
            </a:extLst>
          </p:cNvPr>
          <p:cNvCxnSpPr>
            <a:cxnSpLocks/>
            <a:stCxn id="36" idx="2"/>
            <a:endCxn id="43" idx="0"/>
          </p:cNvCxnSpPr>
          <p:nvPr/>
        </p:nvCxnSpPr>
        <p:spPr>
          <a:xfrm>
            <a:off x="3636696" y="2311063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952DEB2-6A92-8541-ACE1-DDEDA7B9D118}"/>
              </a:ext>
            </a:extLst>
          </p:cNvPr>
          <p:cNvCxnSpPr>
            <a:cxnSpLocks/>
            <a:stCxn id="36" idx="2"/>
            <a:endCxn id="44" idx="0"/>
          </p:cNvCxnSpPr>
          <p:nvPr/>
        </p:nvCxnSpPr>
        <p:spPr>
          <a:xfrm>
            <a:off x="3636696" y="2311063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A9C10E0-8E1E-5748-91F2-5B29E549D1D6}"/>
              </a:ext>
            </a:extLst>
          </p:cNvPr>
          <p:cNvSpPr txBox="1"/>
          <p:nvPr/>
        </p:nvSpPr>
        <p:spPr>
          <a:xfrm>
            <a:off x="3196575" y="2865900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CA5CA2-4EA4-3B4E-9A91-6DDCD6F71A20}"/>
              </a:ext>
            </a:extLst>
          </p:cNvPr>
          <p:cNvSpPr txBox="1"/>
          <p:nvPr/>
        </p:nvSpPr>
        <p:spPr>
          <a:xfrm>
            <a:off x="4395045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737F467-DD3B-464D-AB7C-48ADAE9C7A75}"/>
              </a:ext>
            </a:extLst>
          </p:cNvPr>
          <p:cNvCxnSpPr>
            <a:cxnSpLocks/>
          </p:cNvCxnSpPr>
          <p:nvPr/>
        </p:nvCxnSpPr>
        <p:spPr>
          <a:xfrm flipH="1">
            <a:off x="704643" y="327510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B3C027E-6CAD-874A-BA4C-D4BDE373AB42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ED3D8CF-46C2-074A-B667-A1B26D7A6839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1C57070-1823-F445-9473-2FC7F87656AF}"/>
              </a:ext>
            </a:extLst>
          </p:cNvPr>
          <p:cNvSpPr txBox="1"/>
          <p:nvPr/>
        </p:nvSpPr>
        <p:spPr>
          <a:xfrm>
            <a:off x="1471443" y="3742210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253B0E-0EC6-3148-A7AA-7554864A0EED}"/>
              </a:ext>
            </a:extLst>
          </p:cNvPr>
          <p:cNvSpPr txBox="1"/>
          <p:nvPr/>
        </p:nvSpPr>
        <p:spPr>
          <a:xfrm>
            <a:off x="405651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D89358-50D5-5149-9D7E-12BE25096FA6}"/>
              </a:ext>
            </a:extLst>
          </p:cNvPr>
          <p:cNvSpPr txBox="1"/>
          <p:nvPr/>
        </p:nvSpPr>
        <p:spPr>
          <a:xfrm>
            <a:off x="2727183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B51672-AA26-1342-9E90-03C0F97FFA09}"/>
              </a:ext>
            </a:extLst>
          </p:cNvPr>
          <p:cNvSpPr txBox="1"/>
          <p:nvPr/>
        </p:nvSpPr>
        <p:spPr>
          <a:xfrm>
            <a:off x="169084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BB3498-EE54-8746-A272-5AD0BED142DC}"/>
              </a:ext>
            </a:extLst>
          </p:cNvPr>
          <p:cNvSpPr txBox="1"/>
          <p:nvPr/>
        </p:nvSpPr>
        <p:spPr>
          <a:xfrm>
            <a:off x="375228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D6F8D07-D95A-5448-B1DF-6BD3C103C7EB}"/>
              </a:ext>
            </a:extLst>
          </p:cNvPr>
          <p:cNvCxnSpPr>
            <a:cxnSpLocks/>
            <a:endCxn id="59" idx="0"/>
          </p:cNvCxnSpPr>
          <p:nvPr/>
        </p:nvCxnSpPr>
        <p:spPr>
          <a:xfrm flipH="1">
            <a:off x="737509" y="5413801"/>
            <a:ext cx="1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86DCAF7-69E6-834A-AE6E-0FE38CEA85BA}"/>
              </a:ext>
            </a:extLst>
          </p:cNvPr>
          <p:cNvCxnSpPr>
            <a:cxnSpLocks/>
          </p:cNvCxnSpPr>
          <p:nvPr/>
        </p:nvCxnSpPr>
        <p:spPr>
          <a:xfrm flipH="1">
            <a:off x="719552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BD57399C-B201-B746-8DE0-BCBE79A9AA7E}"/>
              </a:ext>
            </a:extLst>
          </p:cNvPr>
          <p:cNvSpPr txBox="1"/>
          <p:nvPr/>
        </p:nvSpPr>
        <p:spPr>
          <a:xfrm>
            <a:off x="2492539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26449A-B7B4-B146-92E2-AEC4902CF791}"/>
              </a:ext>
            </a:extLst>
          </p:cNvPr>
          <p:cNvSpPr txBox="1"/>
          <p:nvPr/>
        </p:nvSpPr>
        <p:spPr>
          <a:xfrm>
            <a:off x="2698683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C04012A-4FA5-6B44-80E4-9A7BFA02A83B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3060964" y="5458298"/>
            <a:ext cx="1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93561DF-98DF-A440-B8EE-AB89FE1FA19E}"/>
              </a:ext>
            </a:extLst>
          </p:cNvPr>
          <p:cNvCxnSpPr>
            <a:cxnSpLocks/>
          </p:cNvCxnSpPr>
          <p:nvPr/>
        </p:nvCxnSpPr>
        <p:spPr>
          <a:xfrm flipH="1">
            <a:off x="3043007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AC93A18-FD63-3C49-B627-4ED0A6C07807}"/>
              </a:ext>
            </a:extLst>
          </p:cNvPr>
          <p:cNvCxnSpPr>
            <a:cxnSpLocks/>
            <a:stCxn id="60" idx="2"/>
            <a:endCxn id="68" idx="0"/>
          </p:cNvCxnSpPr>
          <p:nvPr/>
        </p:nvCxnSpPr>
        <p:spPr>
          <a:xfrm>
            <a:off x="694739" y="4779877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BACA7DC-06DF-1F42-9362-D172C7991887}"/>
              </a:ext>
            </a:extLst>
          </p:cNvPr>
          <p:cNvSpPr txBox="1"/>
          <p:nvPr/>
        </p:nvSpPr>
        <p:spPr>
          <a:xfrm>
            <a:off x="336753" y="5022766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3147EF5-1094-DF40-B87D-B68D07211B82}"/>
              </a:ext>
            </a:extLst>
          </p:cNvPr>
          <p:cNvCxnSpPr>
            <a:cxnSpLocks/>
            <a:endCxn id="70" idx="0"/>
          </p:cNvCxnSpPr>
          <p:nvPr/>
        </p:nvCxnSpPr>
        <p:spPr>
          <a:xfrm>
            <a:off x="3016271" y="4702186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E3A4C9DB-E5C4-EE4E-B341-8806AFC0BC1A}"/>
              </a:ext>
            </a:extLst>
          </p:cNvPr>
          <p:cNvSpPr txBox="1"/>
          <p:nvPr/>
        </p:nvSpPr>
        <p:spPr>
          <a:xfrm>
            <a:off x="2658285" y="4945075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863AD3-AF58-9343-8A51-6AC7DA42C02D}"/>
              </a:ext>
            </a:extLst>
          </p:cNvPr>
          <p:cNvSpPr txBox="1"/>
          <p:nvPr/>
        </p:nvSpPr>
        <p:spPr>
          <a:xfrm>
            <a:off x="4108799" y="5194151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FB1C20C-FC64-DC4C-9330-6351C4E9B540}"/>
              </a:ext>
            </a:extLst>
          </p:cNvPr>
          <p:cNvCxnSpPr>
            <a:cxnSpLocks/>
            <a:endCxn id="73" idx="0"/>
          </p:cNvCxnSpPr>
          <p:nvPr/>
        </p:nvCxnSpPr>
        <p:spPr>
          <a:xfrm flipH="1">
            <a:off x="4682834" y="3201598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5E35CF3-8A64-944D-AA44-CCB594F0C936}"/>
              </a:ext>
            </a:extLst>
          </p:cNvPr>
          <p:cNvSpPr txBox="1"/>
          <p:nvPr/>
        </p:nvSpPr>
        <p:spPr>
          <a:xfrm>
            <a:off x="4363323" y="3666176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1C3E4BA-997F-AA4A-BB0F-E26D41A1AC4D}"/>
              </a:ext>
            </a:extLst>
          </p:cNvPr>
          <p:cNvCxnSpPr>
            <a:cxnSpLocks/>
            <a:stCxn id="73" idx="2"/>
            <a:endCxn id="75" idx="0"/>
          </p:cNvCxnSpPr>
          <p:nvPr/>
        </p:nvCxnSpPr>
        <p:spPr>
          <a:xfrm flipH="1">
            <a:off x="4682833" y="4035508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AECA206-BD9C-0C4C-ACFA-6ED75A7F6D50}"/>
              </a:ext>
            </a:extLst>
          </p:cNvPr>
          <p:cNvSpPr txBox="1"/>
          <p:nvPr/>
        </p:nvSpPr>
        <p:spPr>
          <a:xfrm>
            <a:off x="4314943" y="4524758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ECCCB75-1593-BA4C-988E-981C8B8AF8D5}"/>
              </a:ext>
            </a:extLst>
          </p:cNvPr>
          <p:cNvCxnSpPr>
            <a:cxnSpLocks/>
            <a:stCxn id="75" idx="2"/>
            <a:endCxn id="71" idx="0"/>
          </p:cNvCxnSpPr>
          <p:nvPr/>
        </p:nvCxnSpPr>
        <p:spPr>
          <a:xfrm flipH="1">
            <a:off x="4677224" y="4894090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E9375D6-2140-CC4E-81AB-2AAC9912AE0D}"/>
              </a:ext>
            </a:extLst>
          </p:cNvPr>
          <p:cNvSpPr txBox="1"/>
          <p:nvPr/>
        </p:nvSpPr>
        <p:spPr>
          <a:xfrm>
            <a:off x="435242" y="1524075"/>
            <a:ext cx="2216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What about this one?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5C818D-3624-D142-72EA-9DCC5D119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24" y="304679"/>
            <a:ext cx="2209800" cy="889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C3D0D6-9D6A-782B-35F6-446FA0E04288}"/>
              </a:ext>
            </a:extLst>
          </p:cNvPr>
          <p:cNvSpPr txBox="1"/>
          <p:nvPr/>
        </p:nvSpPr>
        <p:spPr>
          <a:xfrm>
            <a:off x="8934394" y="791570"/>
            <a:ext cx="2180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next slide</a:t>
            </a:r>
          </a:p>
        </p:txBody>
      </p:sp>
    </p:spTree>
    <p:extLst>
      <p:ext uri="{BB962C8B-B14F-4D97-AF65-F5344CB8AC3E}">
        <p14:creationId xmlns:p14="http://schemas.microsoft.com/office/powerpoint/2010/main" val="918672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3196575" y="595375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F4FC3F-B8F7-EF4A-8F6B-AAFA31AB4690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141CE8-2344-0948-9E95-8E3D11DE2430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6D905BC-8176-5C4B-8283-5453872C600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6B2F0-A92C-9842-99A5-BB5F68B3CB0F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373421-B101-4546-B128-9E43278BD634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0AF16AA-22CD-FA4F-9F55-FCC38AD1D4BA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6A98FD-3CE1-2241-952E-12AD71379DB0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D518E2-D041-B54A-BAFD-9F3EB0B79156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E47221-BFFC-0243-AFE9-5C53FC906A1B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807E1A-CE97-FF41-A2A5-7C3CB46AC284}"/>
              </a:ext>
            </a:extLst>
          </p:cNvPr>
          <p:cNvCxnSpPr>
            <a:cxnSpLocks/>
          </p:cNvCxnSpPr>
          <p:nvPr/>
        </p:nvCxnSpPr>
        <p:spPr>
          <a:xfrm flipH="1">
            <a:off x="8758711" y="345977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AF383E-DF34-F944-BC7F-24A207C0E665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A92CF3-16B2-3A46-9746-FE978094BA1D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73FE82-5C9F-3B48-8EAE-3B7CB4B7E7F6}"/>
              </a:ext>
            </a:extLst>
          </p:cNvPr>
          <p:cNvSpPr txBox="1"/>
          <p:nvPr/>
        </p:nvSpPr>
        <p:spPr>
          <a:xfrm>
            <a:off x="9525511" y="392687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067DEE-CDD4-7E46-9949-17B518AA1F04}"/>
              </a:ext>
            </a:extLst>
          </p:cNvPr>
          <p:cNvSpPr txBox="1"/>
          <p:nvPr/>
        </p:nvSpPr>
        <p:spPr>
          <a:xfrm>
            <a:off x="8459719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CBC7C3-3B2D-8846-922F-FFE276D95ACE}"/>
              </a:ext>
            </a:extLst>
          </p:cNvPr>
          <p:cNvSpPr txBox="1"/>
          <p:nvPr/>
        </p:nvSpPr>
        <p:spPr>
          <a:xfrm>
            <a:off x="10781251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3078ED-048C-F640-ACD0-3E3AAD13C997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D31FE39-303E-6A49-A3C2-0B76C241499E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85D5B41-A14A-6947-AF22-039FD4CC5D3A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24A46DA-5EEF-E14F-98AC-75E996BC5908}"/>
              </a:ext>
            </a:extLst>
          </p:cNvPr>
          <p:cNvCxnSpPr>
            <a:cxnSpLocks/>
            <a:stCxn id="24" idx="2"/>
            <a:endCxn id="14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3922C26-78A1-2B41-8636-490EF1E8297B}"/>
              </a:ext>
            </a:extLst>
          </p:cNvPr>
          <p:cNvSpPr txBox="1"/>
          <p:nvPr/>
        </p:nvSpPr>
        <p:spPr>
          <a:xfrm>
            <a:off x="8223152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7B625C-0EB6-C44A-B7B1-59D7A6B79F63}"/>
              </a:ext>
            </a:extLst>
          </p:cNvPr>
          <p:cNvSpPr txBox="1"/>
          <p:nvPr/>
        </p:nvSpPr>
        <p:spPr>
          <a:xfrm>
            <a:off x="8429296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CE927F-6F2D-7C4E-A51D-683038842E00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8791577" y="5598467"/>
            <a:ext cx="0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EF182C6-3A3A-5340-AECF-F5309B097F1B}"/>
              </a:ext>
            </a:extLst>
          </p:cNvPr>
          <p:cNvCxnSpPr>
            <a:cxnSpLocks/>
          </p:cNvCxnSpPr>
          <p:nvPr/>
        </p:nvCxnSpPr>
        <p:spPr>
          <a:xfrm flipH="1">
            <a:off x="8773620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3C08319-763D-EC4A-85E5-A88DF4758EAC}"/>
              </a:ext>
            </a:extLst>
          </p:cNvPr>
          <p:cNvSpPr txBox="1"/>
          <p:nvPr/>
        </p:nvSpPr>
        <p:spPr>
          <a:xfrm>
            <a:off x="10546607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2F9A8A-EA8C-4840-9B67-4CF2EB90B9E3}"/>
              </a:ext>
            </a:extLst>
          </p:cNvPr>
          <p:cNvSpPr txBox="1"/>
          <p:nvPr/>
        </p:nvSpPr>
        <p:spPr>
          <a:xfrm>
            <a:off x="10752751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4B5E655-A336-324F-8040-8067BBACD221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11115032" y="5642964"/>
            <a:ext cx="0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FBE64F-48C5-3445-A705-3585FFC27A81}"/>
              </a:ext>
            </a:extLst>
          </p:cNvPr>
          <p:cNvCxnSpPr>
            <a:cxnSpLocks/>
          </p:cNvCxnSpPr>
          <p:nvPr/>
        </p:nvCxnSpPr>
        <p:spPr>
          <a:xfrm flipH="1">
            <a:off x="11097075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E9BEB0F-F6AB-D14C-AA7C-F8C362827398}"/>
              </a:ext>
            </a:extLst>
          </p:cNvPr>
          <p:cNvCxnSpPr>
            <a:cxnSpLocks/>
            <a:stCxn id="29" idx="2"/>
            <a:endCxn id="42" idx="0"/>
          </p:cNvCxnSpPr>
          <p:nvPr/>
        </p:nvCxnSpPr>
        <p:spPr>
          <a:xfrm>
            <a:off x="8748807" y="4964543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5E41403-C4A0-4D4C-8612-2848F97625CD}"/>
              </a:ext>
            </a:extLst>
          </p:cNvPr>
          <p:cNvSpPr txBox="1"/>
          <p:nvPr/>
        </p:nvSpPr>
        <p:spPr>
          <a:xfrm>
            <a:off x="8390821" y="5207432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14A3599-6266-194B-A062-C993C27C06A8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11070339" y="4886852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1C7E270-ED72-8040-87BF-6441A4678689}"/>
              </a:ext>
            </a:extLst>
          </p:cNvPr>
          <p:cNvSpPr txBox="1"/>
          <p:nvPr/>
        </p:nvSpPr>
        <p:spPr>
          <a:xfrm>
            <a:off x="10712353" y="5129741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C1923B-CC00-F54F-B58B-2CBADA324DE1}"/>
              </a:ext>
            </a:extLst>
          </p:cNvPr>
          <p:cNvSpPr txBox="1"/>
          <p:nvPr/>
        </p:nvSpPr>
        <p:spPr>
          <a:xfrm>
            <a:off x="3337704" y="194173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BEC7F16-A435-7C43-9D5A-1A75CBD13DBE}"/>
              </a:ext>
            </a:extLst>
          </p:cNvPr>
          <p:cNvCxnSpPr>
            <a:cxnSpLocks/>
            <a:stCxn id="36" idx="2"/>
            <a:endCxn id="38" idx="0"/>
          </p:cNvCxnSpPr>
          <p:nvPr/>
        </p:nvCxnSpPr>
        <p:spPr>
          <a:xfrm flipH="1">
            <a:off x="2001800" y="2311063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8EE1F56-B098-B34B-BF7A-EF753C1D22C6}"/>
              </a:ext>
            </a:extLst>
          </p:cNvPr>
          <p:cNvSpPr txBox="1"/>
          <p:nvPr/>
        </p:nvSpPr>
        <p:spPr>
          <a:xfrm>
            <a:off x="1702808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30EC886-051B-1248-823D-2EB736133459}"/>
              </a:ext>
            </a:extLst>
          </p:cNvPr>
          <p:cNvCxnSpPr>
            <a:cxnSpLocks/>
            <a:stCxn id="36" idx="2"/>
            <a:endCxn id="43" idx="0"/>
          </p:cNvCxnSpPr>
          <p:nvPr/>
        </p:nvCxnSpPr>
        <p:spPr>
          <a:xfrm>
            <a:off x="3636696" y="2311063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952DEB2-6A92-8541-ACE1-DDEDA7B9D118}"/>
              </a:ext>
            </a:extLst>
          </p:cNvPr>
          <p:cNvCxnSpPr>
            <a:cxnSpLocks/>
            <a:stCxn id="36" idx="2"/>
            <a:endCxn id="44" idx="0"/>
          </p:cNvCxnSpPr>
          <p:nvPr/>
        </p:nvCxnSpPr>
        <p:spPr>
          <a:xfrm>
            <a:off x="3636696" y="2311063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A9C10E0-8E1E-5748-91F2-5B29E549D1D6}"/>
              </a:ext>
            </a:extLst>
          </p:cNvPr>
          <p:cNvSpPr txBox="1"/>
          <p:nvPr/>
        </p:nvSpPr>
        <p:spPr>
          <a:xfrm>
            <a:off x="3196575" y="2865900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CA5CA2-4EA4-3B4E-9A91-6DDCD6F71A20}"/>
              </a:ext>
            </a:extLst>
          </p:cNvPr>
          <p:cNvSpPr txBox="1"/>
          <p:nvPr/>
        </p:nvSpPr>
        <p:spPr>
          <a:xfrm>
            <a:off x="4395045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737F467-DD3B-464D-AB7C-48ADAE9C7A75}"/>
              </a:ext>
            </a:extLst>
          </p:cNvPr>
          <p:cNvCxnSpPr>
            <a:cxnSpLocks/>
          </p:cNvCxnSpPr>
          <p:nvPr/>
        </p:nvCxnSpPr>
        <p:spPr>
          <a:xfrm flipH="1">
            <a:off x="704643" y="327510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B3C027E-6CAD-874A-BA4C-D4BDE373AB42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ED3D8CF-46C2-074A-B667-A1B26D7A6839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1C57070-1823-F445-9473-2FC7F87656AF}"/>
              </a:ext>
            </a:extLst>
          </p:cNvPr>
          <p:cNvSpPr txBox="1"/>
          <p:nvPr/>
        </p:nvSpPr>
        <p:spPr>
          <a:xfrm>
            <a:off x="1471443" y="3742210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253B0E-0EC6-3148-A7AA-7554864A0EED}"/>
              </a:ext>
            </a:extLst>
          </p:cNvPr>
          <p:cNvSpPr txBox="1"/>
          <p:nvPr/>
        </p:nvSpPr>
        <p:spPr>
          <a:xfrm>
            <a:off x="405651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D89358-50D5-5149-9D7E-12BE25096FA6}"/>
              </a:ext>
            </a:extLst>
          </p:cNvPr>
          <p:cNvSpPr txBox="1"/>
          <p:nvPr/>
        </p:nvSpPr>
        <p:spPr>
          <a:xfrm>
            <a:off x="2727183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B51672-AA26-1342-9E90-03C0F97FFA09}"/>
              </a:ext>
            </a:extLst>
          </p:cNvPr>
          <p:cNvSpPr txBox="1"/>
          <p:nvPr/>
        </p:nvSpPr>
        <p:spPr>
          <a:xfrm>
            <a:off x="169084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BB3498-EE54-8746-A272-5AD0BED142DC}"/>
              </a:ext>
            </a:extLst>
          </p:cNvPr>
          <p:cNvSpPr txBox="1"/>
          <p:nvPr/>
        </p:nvSpPr>
        <p:spPr>
          <a:xfrm>
            <a:off x="375228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D6F8D07-D95A-5448-B1DF-6BD3C103C7EB}"/>
              </a:ext>
            </a:extLst>
          </p:cNvPr>
          <p:cNvCxnSpPr>
            <a:cxnSpLocks/>
            <a:endCxn id="59" idx="0"/>
          </p:cNvCxnSpPr>
          <p:nvPr/>
        </p:nvCxnSpPr>
        <p:spPr>
          <a:xfrm flipH="1">
            <a:off x="737509" y="5413801"/>
            <a:ext cx="1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86DCAF7-69E6-834A-AE6E-0FE38CEA85BA}"/>
              </a:ext>
            </a:extLst>
          </p:cNvPr>
          <p:cNvCxnSpPr>
            <a:cxnSpLocks/>
          </p:cNvCxnSpPr>
          <p:nvPr/>
        </p:nvCxnSpPr>
        <p:spPr>
          <a:xfrm flipH="1">
            <a:off x="719552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BD57399C-B201-B746-8DE0-BCBE79A9AA7E}"/>
              </a:ext>
            </a:extLst>
          </p:cNvPr>
          <p:cNvSpPr txBox="1"/>
          <p:nvPr/>
        </p:nvSpPr>
        <p:spPr>
          <a:xfrm>
            <a:off x="2492539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26449A-B7B4-B146-92E2-AEC4902CF791}"/>
              </a:ext>
            </a:extLst>
          </p:cNvPr>
          <p:cNvSpPr txBox="1"/>
          <p:nvPr/>
        </p:nvSpPr>
        <p:spPr>
          <a:xfrm>
            <a:off x="2698683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C04012A-4FA5-6B44-80E4-9A7BFA02A83B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3060964" y="5458298"/>
            <a:ext cx="1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93561DF-98DF-A440-B8EE-AB89FE1FA19E}"/>
              </a:ext>
            </a:extLst>
          </p:cNvPr>
          <p:cNvCxnSpPr>
            <a:cxnSpLocks/>
          </p:cNvCxnSpPr>
          <p:nvPr/>
        </p:nvCxnSpPr>
        <p:spPr>
          <a:xfrm flipH="1">
            <a:off x="3043007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AC93A18-FD63-3C49-B627-4ED0A6C07807}"/>
              </a:ext>
            </a:extLst>
          </p:cNvPr>
          <p:cNvCxnSpPr>
            <a:cxnSpLocks/>
            <a:stCxn id="60" idx="2"/>
            <a:endCxn id="68" idx="0"/>
          </p:cNvCxnSpPr>
          <p:nvPr/>
        </p:nvCxnSpPr>
        <p:spPr>
          <a:xfrm>
            <a:off x="694739" y="4779877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BACA7DC-06DF-1F42-9362-D172C7991887}"/>
              </a:ext>
            </a:extLst>
          </p:cNvPr>
          <p:cNvSpPr txBox="1"/>
          <p:nvPr/>
        </p:nvSpPr>
        <p:spPr>
          <a:xfrm>
            <a:off x="336753" y="5022766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3147EF5-1094-DF40-B87D-B68D07211B82}"/>
              </a:ext>
            </a:extLst>
          </p:cNvPr>
          <p:cNvCxnSpPr>
            <a:cxnSpLocks/>
            <a:endCxn id="70" idx="0"/>
          </p:cNvCxnSpPr>
          <p:nvPr/>
        </p:nvCxnSpPr>
        <p:spPr>
          <a:xfrm>
            <a:off x="3016271" y="4702186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E3A4C9DB-E5C4-EE4E-B341-8806AFC0BC1A}"/>
              </a:ext>
            </a:extLst>
          </p:cNvPr>
          <p:cNvSpPr txBox="1"/>
          <p:nvPr/>
        </p:nvSpPr>
        <p:spPr>
          <a:xfrm>
            <a:off x="2658285" y="4945075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863AD3-AF58-9343-8A51-6AC7DA42C02D}"/>
              </a:ext>
            </a:extLst>
          </p:cNvPr>
          <p:cNvSpPr txBox="1"/>
          <p:nvPr/>
        </p:nvSpPr>
        <p:spPr>
          <a:xfrm>
            <a:off x="4108799" y="5194151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FB1C20C-FC64-DC4C-9330-6351C4E9B540}"/>
              </a:ext>
            </a:extLst>
          </p:cNvPr>
          <p:cNvCxnSpPr>
            <a:cxnSpLocks/>
            <a:endCxn id="73" idx="0"/>
          </p:cNvCxnSpPr>
          <p:nvPr/>
        </p:nvCxnSpPr>
        <p:spPr>
          <a:xfrm flipH="1">
            <a:off x="4682834" y="3201598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5E35CF3-8A64-944D-AA44-CCB594F0C936}"/>
              </a:ext>
            </a:extLst>
          </p:cNvPr>
          <p:cNvSpPr txBox="1"/>
          <p:nvPr/>
        </p:nvSpPr>
        <p:spPr>
          <a:xfrm>
            <a:off x="4363323" y="3666176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1C3E4BA-997F-AA4A-BB0F-E26D41A1AC4D}"/>
              </a:ext>
            </a:extLst>
          </p:cNvPr>
          <p:cNvCxnSpPr>
            <a:cxnSpLocks/>
            <a:stCxn id="73" idx="2"/>
            <a:endCxn id="75" idx="0"/>
          </p:cNvCxnSpPr>
          <p:nvPr/>
        </p:nvCxnSpPr>
        <p:spPr>
          <a:xfrm flipH="1">
            <a:off x="4682833" y="4035508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AECA206-BD9C-0C4C-ACFA-6ED75A7F6D50}"/>
              </a:ext>
            </a:extLst>
          </p:cNvPr>
          <p:cNvSpPr txBox="1"/>
          <p:nvPr/>
        </p:nvSpPr>
        <p:spPr>
          <a:xfrm>
            <a:off x="4314943" y="4524758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ECCCB75-1593-BA4C-988E-981C8B8AF8D5}"/>
              </a:ext>
            </a:extLst>
          </p:cNvPr>
          <p:cNvCxnSpPr>
            <a:cxnSpLocks/>
            <a:stCxn id="75" idx="2"/>
            <a:endCxn id="71" idx="0"/>
          </p:cNvCxnSpPr>
          <p:nvPr/>
        </p:nvCxnSpPr>
        <p:spPr>
          <a:xfrm flipH="1">
            <a:off x="4677224" y="4894090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E9375D6-2140-CC4E-81AB-2AAC9912AE0D}"/>
              </a:ext>
            </a:extLst>
          </p:cNvPr>
          <p:cNvSpPr txBox="1"/>
          <p:nvPr/>
        </p:nvSpPr>
        <p:spPr>
          <a:xfrm>
            <a:off x="435242" y="1524075"/>
            <a:ext cx="2216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What about this one?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CAA21D6-9EC3-5B42-8C06-B88D7FEA60D3}"/>
              </a:ext>
            </a:extLst>
          </p:cNvPr>
          <p:cNvSpPr txBox="1"/>
          <p:nvPr/>
        </p:nvSpPr>
        <p:spPr>
          <a:xfrm>
            <a:off x="4490819" y="1386657"/>
            <a:ext cx="24892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Doesn’t  allow an expression on the LHS.</a:t>
            </a:r>
            <a:br>
              <a:rPr lang="en-US" i="1" dirty="0"/>
            </a:br>
            <a:r>
              <a:rPr lang="en-US" i="1" dirty="0"/>
              <a:t>This parse tree is not allowed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51961C-3E44-174B-CE2B-E45A5C328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83" y="377462"/>
            <a:ext cx="2209800" cy="889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4E7986-AE41-3E31-326D-EDAC4E7E7B7B}"/>
              </a:ext>
            </a:extLst>
          </p:cNvPr>
          <p:cNvSpPr txBox="1"/>
          <p:nvPr/>
        </p:nvSpPr>
        <p:spPr>
          <a:xfrm>
            <a:off x="8562557" y="785742"/>
            <a:ext cx="1925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UNAMBIGUOUS</a:t>
            </a:r>
          </a:p>
        </p:txBody>
      </p:sp>
    </p:spTree>
    <p:extLst>
      <p:ext uri="{BB962C8B-B14F-4D97-AF65-F5344CB8AC3E}">
        <p14:creationId xmlns:p14="http://schemas.microsoft.com/office/powerpoint/2010/main" val="1074650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3196575" y="595375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F4FC3F-B8F7-EF4A-8F6B-AAFA31AB4690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141CE8-2344-0948-9E95-8E3D11DE2430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6D905BC-8176-5C4B-8283-5453872C600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6B2F0-A92C-9842-99A5-BB5F68B3CB0F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373421-B101-4546-B128-9E43278BD634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0AF16AA-22CD-FA4F-9F55-FCC38AD1D4BA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6A98FD-3CE1-2241-952E-12AD71379DB0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D518E2-D041-B54A-BAFD-9F3EB0B79156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E47221-BFFC-0243-AFE9-5C53FC906A1B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807E1A-CE97-FF41-A2A5-7C3CB46AC284}"/>
              </a:ext>
            </a:extLst>
          </p:cNvPr>
          <p:cNvCxnSpPr>
            <a:cxnSpLocks/>
          </p:cNvCxnSpPr>
          <p:nvPr/>
        </p:nvCxnSpPr>
        <p:spPr>
          <a:xfrm flipH="1">
            <a:off x="8758711" y="345977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AF383E-DF34-F944-BC7F-24A207C0E665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A92CF3-16B2-3A46-9746-FE978094BA1D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73FE82-5C9F-3B48-8EAE-3B7CB4B7E7F6}"/>
              </a:ext>
            </a:extLst>
          </p:cNvPr>
          <p:cNvSpPr txBox="1"/>
          <p:nvPr/>
        </p:nvSpPr>
        <p:spPr>
          <a:xfrm>
            <a:off x="9525511" y="392687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067DEE-CDD4-7E46-9949-17B518AA1F04}"/>
              </a:ext>
            </a:extLst>
          </p:cNvPr>
          <p:cNvSpPr txBox="1"/>
          <p:nvPr/>
        </p:nvSpPr>
        <p:spPr>
          <a:xfrm>
            <a:off x="8459719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CBC7C3-3B2D-8846-922F-FFE276D95ACE}"/>
              </a:ext>
            </a:extLst>
          </p:cNvPr>
          <p:cNvSpPr txBox="1"/>
          <p:nvPr/>
        </p:nvSpPr>
        <p:spPr>
          <a:xfrm>
            <a:off x="10781251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3078ED-048C-F640-ACD0-3E3AAD13C997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D31FE39-303E-6A49-A3C2-0B76C241499E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85D5B41-A14A-6947-AF22-039FD4CC5D3A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24A46DA-5EEF-E14F-98AC-75E996BC5908}"/>
              </a:ext>
            </a:extLst>
          </p:cNvPr>
          <p:cNvCxnSpPr>
            <a:cxnSpLocks/>
            <a:stCxn id="24" idx="2"/>
            <a:endCxn id="14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3922C26-78A1-2B41-8636-490EF1E8297B}"/>
              </a:ext>
            </a:extLst>
          </p:cNvPr>
          <p:cNvSpPr txBox="1"/>
          <p:nvPr/>
        </p:nvSpPr>
        <p:spPr>
          <a:xfrm>
            <a:off x="8223152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7B625C-0EB6-C44A-B7B1-59D7A6B79F63}"/>
              </a:ext>
            </a:extLst>
          </p:cNvPr>
          <p:cNvSpPr txBox="1"/>
          <p:nvPr/>
        </p:nvSpPr>
        <p:spPr>
          <a:xfrm>
            <a:off x="8429296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CE927F-6F2D-7C4E-A51D-683038842E00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8791577" y="5598467"/>
            <a:ext cx="0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EF182C6-3A3A-5340-AECF-F5309B097F1B}"/>
              </a:ext>
            </a:extLst>
          </p:cNvPr>
          <p:cNvCxnSpPr>
            <a:cxnSpLocks/>
          </p:cNvCxnSpPr>
          <p:nvPr/>
        </p:nvCxnSpPr>
        <p:spPr>
          <a:xfrm flipH="1">
            <a:off x="8773620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3C08319-763D-EC4A-85E5-A88DF4758EAC}"/>
              </a:ext>
            </a:extLst>
          </p:cNvPr>
          <p:cNvSpPr txBox="1"/>
          <p:nvPr/>
        </p:nvSpPr>
        <p:spPr>
          <a:xfrm>
            <a:off x="10546607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2F9A8A-EA8C-4840-9B67-4CF2EB90B9E3}"/>
              </a:ext>
            </a:extLst>
          </p:cNvPr>
          <p:cNvSpPr txBox="1"/>
          <p:nvPr/>
        </p:nvSpPr>
        <p:spPr>
          <a:xfrm>
            <a:off x="10752751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4B5E655-A336-324F-8040-8067BBACD221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11115032" y="5642964"/>
            <a:ext cx="0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FBE64F-48C5-3445-A705-3585FFC27A81}"/>
              </a:ext>
            </a:extLst>
          </p:cNvPr>
          <p:cNvCxnSpPr>
            <a:cxnSpLocks/>
          </p:cNvCxnSpPr>
          <p:nvPr/>
        </p:nvCxnSpPr>
        <p:spPr>
          <a:xfrm flipH="1">
            <a:off x="11097075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E9BEB0F-F6AB-D14C-AA7C-F8C362827398}"/>
              </a:ext>
            </a:extLst>
          </p:cNvPr>
          <p:cNvCxnSpPr>
            <a:cxnSpLocks/>
            <a:stCxn id="29" idx="2"/>
            <a:endCxn id="42" idx="0"/>
          </p:cNvCxnSpPr>
          <p:nvPr/>
        </p:nvCxnSpPr>
        <p:spPr>
          <a:xfrm>
            <a:off x="8748807" y="4964543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5E41403-C4A0-4D4C-8612-2848F97625CD}"/>
              </a:ext>
            </a:extLst>
          </p:cNvPr>
          <p:cNvSpPr txBox="1"/>
          <p:nvPr/>
        </p:nvSpPr>
        <p:spPr>
          <a:xfrm>
            <a:off x="8390821" y="5207432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14A3599-6266-194B-A062-C993C27C06A8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11070339" y="4886852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1C7E270-ED72-8040-87BF-6441A4678689}"/>
              </a:ext>
            </a:extLst>
          </p:cNvPr>
          <p:cNvSpPr txBox="1"/>
          <p:nvPr/>
        </p:nvSpPr>
        <p:spPr>
          <a:xfrm>
            <a:off x="10712353" y="5129741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C1923B-CC00-F54F-B58B-2CBADA324DE1}"/>
              </a:ext>
            </a:extLst>
          </p:cNvPr>
          <p:cNvSpPr txBox="1"/>
          <p:nvPr/>
        </p:nvSpPr>
        <p:spPr>
          <a:xfrm>
            <a:off x="3337704" y="194173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BEC7F16-A435-7C43-9D5A-1A75CBD13DBE}"/>
              </a:ext>
            </a:extLst>
          </p:cNvPr>
          <p:cNvCxnSpPr>
            <a:cxnSpLocks/>
            <a:stCxn id="36" idx="2"/>
            <a:endCxn id="38" idx="0"/>
          </p:cNvCxnSpPr>
          <p:nvPr/>
        </p:nvCxnSpPr>
        <p:spPr>
          <a:xfrm flipH="1">
            <a:off x="2001800" y="2311063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8EE1F56-B098-B34B-BF7A-EF753C1D22C6}"/>
              </a:ext>
            </a:extLst>
          </p:cNvPr>
          <p:cNvSpPr txBox="1"/>
          <p:nvPr/>
        </p:nvSpPr>
        <p:spPr>
          <a:xfrm>
            <a:off x="1702808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30EC886-051B-1248-823D-2EB736133459}"/>
              </a:ext>
            </a:extLst>
          </p:cNvPr>
          <p:cNvCxnSpPr>
            <a:cxnSpLocks/>
            <a:stCxn id="36" idx="2"/>
            <a:endCxn id="43" idx="0"/>
          </p:cNvCxnSpPr>
          <p:nvPr/>
        </p:nvCxnSpPr>
        <p:spPr>
          <a:xfrm>
            <a:off x="3636696" y="2311063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952DEB2-6A92-8541-ACE1-DDEDA7B9D118}"/>
              </a:ext>
            </a:extLst>
          </p:cNvPr>
          <p:cNvCxnSpPr>
            <a:cxnSpLocks/>
            <a:stCxn id="36" idx="2"/>
            <a:endCxn id="44" idx="0"/>
          </p:cNvCxnSpPr>
          <p:nvPr/>
        </p:nvCxnSpPr>
        <p:spPr>
          <a:xfrm>
            <a:off x="3636696" y="2311063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A9C10E0-8E1E-5748-91F2-5B29E549D1D6}"/>
              </a:ext>
            </a:extLst>
          </p:cNvPr>
          <p:cNvSpPr txBox="1"/>
          <p:nvPr/>
        </p:nvSpPr>
        <p:spPr>
          <a:xfrm>
            <a:off x="3196575" y="2865900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CA5CA2-4EA4-3B4E-9A91-6DDCD6F71A20}"/>
              </a:ext>
            </a:extLst>
          </p:cNvPr>
          <p:cNvSpPr txBox="1"/>
          <p:nvPr/>
        </p:nvSpPr>
        <p:spPr>
          <a:xfrm>
            <a:off x="4395045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737F467-DD3B-464D-AB7C-48ADAE9C7A75}"/>
              </a:ext>
            </a:extLst>
          </p:cNvPr>
          <p:cNvCxnSpPr>
            <a:cxnSpLocks/>
          </p:cNvCxnSpPr>
          <p:nvPr/>
        </p:nvCxnSpPr>
        <p:spPr>
          <a:xfrm flipH="1">
            <a:off x="704643" y="327510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B3C027E-6CAD-874A-BA4C-D4BDE373AB42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ED3D8CF-46C2-074A-B667-A1B26D7A6839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1C57070-1823-F445-9473-2FC7F87656AF}"/>
              </a:ext>
            </a:extLst>
          </p:cNvPr>
          <p:cNvSpPr txBox="1"/>
          <p:nvPr/>
        </p:nvSpPr>
        <p:spPr>
          <a:xfrm>
            <a:off x="1471443" y="3742210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253B0E-0EC6-3148-A7AA-7554864A0EED}"/>
              </a:ext>
            </a:extLst>
          </p:cNvPr>
          <p:cNvSpPr txBox="1"/>
          <p:nvPr/>
        </p:nvSpPr>
        <p:spPr>
          <a:xfrm>
            <a:off x="405651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D89358-50D5-5149-9D7E-12BE25096FA6}"/>
              </a:ext>
            </a:extLst>
          </p:cNvPr>
          <p:cNvSpPr txBox="1"/>
          <p:nvPr/>
        </p:nvSpPr>
        <p:spPr>
          <a:xfrm>
            <a:off x="2727183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B51672-AA26-1342-9E90-03C0F97FFA09}"/>
              </a:ext>
            </a:extLst>
          </p:cNvPr>
          <p:cNvSpPr txBox="1"/>
          <p:nvPr/>
        </p:nvSpPr>
        <p:spPr>
          <a:xfrm>
            <a:off x="169084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BB3498-EE54-8746-A272-5AD0BED142DC}"/>
              </a:ext>
            </a:extLst>
          </p:cNvPr>
          <p:cNvSpPr txBox="1"/>
          <p:nvPr/>
        </p:nvSpPr>
        <p:spPr>
          <a:xfrm>
            <a:off x="375228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D6F8D07-D95A-5448-B1DF-6BD3C103C7EB}"/>
              </a:ext>
            </a:extLst>
          </p:cNvPr>
          <p:cNvCxnSpPr>
            <a:cxnSpLocks/>
            <a:endCxn id="59" idx="0"/>
          </p:cNvCxnSpPr>
          <p:nvPr/>
        </p:nvCxnSpPr>
        <p:spPr>
          <a:xfrm flipH="1">
            <a:off x="737509" y="5413801"/>
            <a:ext cx="1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86DCAF7-69E6-834A-AE6E-0FE38CEA85BA}"/>
              </a:ext>
            </a:extLst>
          </p:cNvPr>
          <p:cNvCxnSpPr>
            <a:cxnSpLocks/>
          </p:cNvCxnSpPr>
          <p:nvPr/>
        </p:nvCxnSpPr>
        <p:spPr>
          <a:xfrm flipH="1">
            <a:off x="719552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BD57399C-B201-B746-8DE0-BCBE79A9AA7E}"/>
              </a:ext>
            </a:extLst>
          </p:cNvPr>
          <p:cNvSpPr txBox="1"/>
          <p:nvPr/>
        </p:nvSpPr>
        <p:spPr>
          <a:xfrm>
            <a:off x="2492539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26449A-B7B4-B146-92E2-AEC4902CF791}"/>
              </a:ext>
            </a:extLst>
          </p:cNvPr>
          <p:cNvSpPr txBox="1"/>
          <p:nvPr/>
        </p:nvSpPr>
        <p:spPr>
          <a:xfrm>
            <a:off x="2698683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C04012A-4FA5-6B44-80E4-9A7BFA02A83B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3060964" y="5458298"/>
            <a:ext cx="1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93561DF-98DF-A440-B8EE-AB89FE1FA19E}"/>
              </a:ext>
            </a:extLst>
          </p:cNvPr>
          <p:cNvCxnSpPr>
            <a:cxnSpLocks/>
          </p:cNvCxnSpPr>
          <p:nvPr/>
        </p:nvCxnSpPr>
        <p:spPr>
          <a:xfrm flipH="1">
            <a:off x="3043007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AC93A18-FD63-3C49-B627-4ED0A6C07807}"/>
              </a:ext>
            </a:extLst>
          </p:cNvPr>
          <p:cNvCxnSpPr>
            <a:cxnSpLocks/>
            <a:stCxn id="60" idx="2"/>
            <a:endCxn id="68" idx="0"/>
          </p:cNvCxnSpPr>
          <p:nvPr/>
        </p:nvCxnSpPr>
        <p:spPr>
          <a:xfrm>
            <a:off x="694739" y="4779877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BACA7DC-06DF-1F42-9362-D172C7991887}"/>
              </a:ext>
            </a:extLst>
          </p:cNvPr>
          <p:cNvSpPr txBox="1"/>
          <p:nvPr/>
        </p:nvSpPr>
        <p:spPr>
          <a:xfrm>
            <a:off x="336753" y="5022766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3147EF5-1094-DF40-B87D-B68D07211B82}"/>
              </a:ext>
            </a:extLst>
          </p:cNvPr>
          <p:cNvCxnSpPr>
            <a:cxnSpLocks/>
            <a:endCxn id="70" idx="0"/>
          </p:cNvCxnSpPr>
          <p:nvPr/>
        </p:nvCxnSpPr>
        <p:spPr>
          <a:xfrm>
            <a:off x="3016271" y="4702186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E3A4C9DB-E5C4-EE4E-B341-8806AFC0BC1A}"/>
              </a:ext>
            </a:extLst>
          </p:cNvPr>
          <p:cNvSpPr txBox="1"/>
          <p:nvPr/>
        </p:nvSpPr>
        <p:spPr>
          <a:xfrm>
            <a:off x="2658285" y="4945075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863AD3-AF58-9343-8A51-6AC7DA42C02D}"/>
              </a:ext>
            </a:extLst>
          </p:cNvPr>
          <p:cNvSpPr txBox="1"/>
          <p:nvPr/>
        </p:nvSpPr>
        <p:spPr>
          <a:xfrm>
            <a:off x="4108799" y="5194151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FB1C20C-FC64-DC4C-9330-6351C4E9B540}"/>
              </a:ext>
            </a:extLst>
          </p:cNvPr>
          <p:cNvCxnSpPr>
            <a:cxnSpLocks/>
            <a:endCxn id="73" idx="0"/>
          </p:cNvCxnSpPr>
          <p:nvPr/>
        </p:nvCxnSpPr>
        <p:spPr>
          <a:xfrm flipH="1">
            <a:off x="4682834" y="3201598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5E35CF3-8A64-944D-AA44-CCB594F0C936}"/>
              </a:ext>
            </a:extLst>
          </p:cNvPr>
          <p:cNvSpPr txBox="1"/>
          <p:nvPr/>
        </p:nvSpPr>
        <p:spPr>
          <a:xfrm>
            <a:off x="4363323" y="3666176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1C3E4BA-997F-AA4A-BB0F-E26D41A1AC4D}"/>
              </a:ext>
            </a:extLst>
          </p:cNvPr>
          <p:cNvCxnSpPr>
            <a:cxnSpLocks/>
            <a:stCxn id="73" idx="2"/>
            <a:endCxn id="75" idx="0"/>
          </p:cNvCxnSpPr>
          <p:nvPr/>
        </p:nvCxnSpPr>
        <p:spPr>
          <a:xfrm flipH="1">
            <a:off x="4682833" y="4035508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AECA206-BD9C-0C4C-ACFA-6ED75A7F6D50}"/>
              </a:ext>
            </a:extLst>
          </p:cNvPr>
          <p:cNvSpPr txBox="1"/>
          <p:nvPr/>
        </p:nvSpPr>
        <p:spPr>
          <a:xfrm>
            <a:off x="4314943" y="4524758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ECCCB75-1593-BA4C-988E-981C8B8AF8D5}"/>
              </a:ext>
            </a:extLst>
          </p:cNvPr>
          <p:cNvCxnSpPr>
            <a:cxnSpLocks/>
            <a:stCxn id="75" idx="2"/>
            <a:endCxn id="71" idx="0"/>
          </p:cNvCxnSpPr>
          <p:nvPr/>
        </p:nvCxnSpPr>
        <p:spPr>
          <a:xfrm flipH="1">
            <a:off x="4677224" y="4894090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E9375D6-2140-CC4E-81AB-2AAC9912AE0D}"/>
              </a:ext>
            </a:extLst>
          </p:cNvPr>
          <p:cNvSpPr txBox="1"/>
          <p:nvPr/>
        </p:nvSpPr>
        <p:spPr>
          <a:xfrm>
            <a:off x="435242" y="1524075"/>
            <a:ext cx="2216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What about this one?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2FBB63-9DE8-A41A-B2DD-32AB41145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651" y="234835"/>
            <a:ext cx="2501900" cy="901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ACA33E-BF14-39CC-5665-59E0766EF58E}"/>
              </a:ext>
            </a:extLst>
          </p:cNvPr>
          <p:cNvSpPr txBox="1"/>
          <p:nvPr/>
        </p:nvSpPr>
        <p:spPr>
          <a:xfrm>
            <a:off x="8934394" y="791570"/>
            <a:ext cx="2180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next slide</a:t>
            </a:r>
          </a:p>
        </p:txBody>
      </p:sp>
    </p:spTree>
    <p:extLst>
      <p:ext uri="{BB962C8B-B14F-4D97-AF65-F5344CB8AC3E}">
        <p14:creationId xmlns:p14="http://schemas.microsoft.com/office/powerpoint/2010/main" val="36628937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3196575" y="595375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F4FC3F-B8F7-EF4A-8F6B-AAFA31AB4690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141CE8-2344-0948-9E95-8E3D11DE2430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6D905BC-8176-5C4B-8283-5453872C600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6B2F0-A92C-9842-99A5-BB5F68B3CB0F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373421-B101-4546-B128-9E43278BD634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0AF16AA-22CD-FA4F-9F55-FCC38AD1D4BA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6A98FD-3CE1-2241-952E-12AD71379DB0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D518E2-D041-B54A-BAFD-9F3EB0B79156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E47221-BFFC-0243-AFE9-5C53FC906A1B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807E1A-CE97-FF41-A2A5-7C3CB46AC284}"/>
              </a:ext>
            </a:extLst>
          </p:cNvPr>
          <p:cNvCxnSpPr>
            <a:cxnSpLocks/>
          </p:cNvCxnSpPr>
          <p:nvPr/>
        </p:nvCxnSpPr>
        <p:spPr>
          <a:xfrm flipH="1">
            <a:off x="8758711" y="345977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AF383E-DF34-F944-BC7F-24A207C0E665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A92CF3-16B2-3A46-9746-FE978094BA1D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73FE82-5C9F-3B48-8EAE-3B7CB4B7E7F6}"/>
              </a:ext>
            </a:extLst>
          </p:cNvPr>
          <p:cNvSpPr txBox="1"/>
          <p:nvPr/>
        </p:nvSpPr>
        <p:spPr>
          <a:xfrm>
            <a:off x="9525511" y="392687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067DEE-CDD4-7E46-9949-17B518AA1F04}"/>
              </a:ext>
            </a:extLst>
          </p:cNvPr>
          <p:cNvSpPr txBox="1"/>
          <p:nvPr/>
        </p:nvSpPr>
        <p:spPr>
          <a:xfrm>
            <a:off x="8459719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CBC7C3-3B2D-8846-922F-FFE276D95ACE}"/>
              </a:ext>
            </a:extLst>
          </p:cNvPr>
          <p:cNvSpPr txBox="1"/>
          <p:nvPr/>
        </p:nvSpPr>
        <p:spPr>
          <a:xfrm>
            <a:off x="10781251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3078ED-048C-F640-ACD0-3E3AAD13C997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D31FE39-303E-6A49-A3C2-0B76C241499E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85D5B41-A14A-6947-AF22-039FD4CC5D3A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24A46DA-5EEF-E14F-98AC-75E996BC5908}"/>
              </a:ext>
            </a:extLst>
          </p:cNvPr>
          <p:cNvCxnSpPr>
            <a:cxnSpLocks/>
            <a:stCxn id="24" idx="2"/>
            <a:endCxn id="14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3922C26-78A1-2B41-8636-490EF1E8297B}"/>
              </a:ext>
            </a:extLst>
          </p:cNvPr>
          <p:cNvSpPr txBox="1"/>
          <p:nvPr/>
        </p:nvSpPr>
        <p:spPr>
          <a:xfrm>
            <a:off x="8223152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7B625C-0EB6-C44A-B7B1-59D7A6B79F63}"/>
              </a:ext>
            </a:extLst>
          </p:cNvPr>
          <p:cNvSpPr txBox="1"/>
          <p:nvPr/>
        </p:nvSpPr>
        <p:spPr>
          <a:xfrm>
            <a:off x="8429296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CE927F-6F2D-7C4E-A51D-683038842E00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8791577" y="5598467"/>
            <a:ext cx="0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EF182C6-3A3A-5340-AECF-F5309B097F1B}"/>
              </a:ext>
            </a:extLst>
          </p:cNvPr>
          <p:cNvCxnSpPr>
            <a:cxnSpLocks/>
          </p:cNvCxnSpPr>
          <p:nvPr/>
        </p:nvCxnSpPr>
        <p:spPr>
          <a:xfrm flipH="1">
            <a:off x="8773620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3C08319-763D-EC4A-85E5-A88DF4758EAC}"/>
              </a:ext>
            </a:extLst>
          </p:cNvPr>
          <p:cNvSpPr txBox="1"/>
          <p:nvPr/>
        </p:nvSpPr>
        <p:spPr>
          <a:xfrm>
            <a:off x="10546607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2F9A8A-EA8C-4840-9B67-4CF2EB90B9E3}"/>
              </a:ext>
            </a:extLst>
          </p:cNvPr>
          <p:cNvSpPr txBox="1"/>
          <p:nvPr/>
        </p:nvSpPr>
        <p:spPr>
          <a:xfrm>
            <a:off x="10752751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4B5E655-A336-324F-8040-8067BBACD221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11115032" y="5642964"/>
            <a:ext cx="0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FBE64F-48C5-3445-A705-3585FFC27A81}"/>
              </a:ext>
            </a:extLst>
          </p:cNvPr>
          <p:cNvCxnSpPr>
            <a:cxnSpLocks/>
          </p:cNvCxnSpPr>
          <p:nvPr/>
        </p:nvCxnSpPr>
        <p:spPr>
          <a:xfrm flipH="1">
            <a:off x="11097075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E9BEB0F-F6AB-D14C-AA7C-F8C362827398}"/>
              </a:ext>
            </a:extLst>
          </p:cNvPr>
          <p:cNvCxnSpPr>
            <a:cxnSpLocks/>
            <a:stCxn id="29" idx="2"/>
            <a:endCxn id="42" idx="0"/>
          </p:cNvCxnSpPr>
          <p:nvPr/>
        </p:nvCxnSpPr>
        <p:spPr>
          <a:xfrm>
            <a:off x="8748807" y="4964543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5E41403-C4A0-4D4C-8612-2848F97625CD}"/>
              </a:ext>
            </a:extLst>
          </p:cNvPr>
          <p:cNvSpPr txBox="1"/>
          <p:nvPr/>
        </p:nvSpPr>
        <p:spPr>
          <a:xfrm>
            <a:off x="8390821" y="5207432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14A3599-6266-194B-A062-C993C27C06A8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11070339" y="4886852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1C7E270-ED72-8040-87BF-6441A4678689}"/>
              </a:ext>
            </a:extLst>
          </p:cNvPr>
          <p:cNvSpPr txBox="1"/>
          <p:nvPr/>
        </p:nvSpPr>
        <p:spPr>
          <a:xfrm>
            <a:off x="10712353" y="5129741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C1923B-CC00-F54F-B58B-2CBADA324DE1}"/>
              </a:ext>
            </a:extLst>
          </p:cNvPr>
          <p:cNvSpPr txBox="1"/>
          <p:nvPr/>
        </p:nvSpPr>
        <p:spPr>
          <a:xfrm>
            <a:off x="3337704" y="194173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BEC7F16-A435-7C43-9D5A-1A75CBD13DBE}"/>
              </a:ext>
            </a:extLst>
          </p:cNvPr>
          <p:cNvCxnSpPr>
            <a:cxnSpLocks/>
            <a:stCxn id="36" idx="2"/>
            <a:endCxn id="38" idx="0"/>
          </p:cNvCxnSpPr>
          <p:nvPr/>
        </p:nvCxnSpPr>
        <p:spPr>
          <a:xfrm flipH="1">
            <a:off x="2001800" y="2311063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8EE1F56-B098-B34B-BF7A-EF753C1D22C6}"/>
              </a:ext>
            </a:extLst>
          </p:cNvPr>
          <p:cNvSpPr txBox="1"/>
          <p:nvPr/>
        </p:nvSpPr>
        <p:spPr>
          <a:xfrm>
            <a:off x="1702808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30EC886-051B-1248-823D-2EB736133459}"/>
              </a:ext>
            </a:extLst>
          </p:cNvPr>
          <p:cNvCxnSpPr>
            <a:cxnSpLocks/>
            <a:stCxn id="36" idx="2"/>
            <a:endCxn id="43" idx="0"/>
          </p:cNvCxnSpPr>
          <p:nvPr/>
        </p:nvCxnSpPr>
        <p:spPr>
          <a:xfrm>
            <a:off x="3636696" y="2311063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952DEB2-6A92-8541-ACE1-DDEDA7B9D118}"/>
              </a:ext>
            </a:extLst>
          </p:cNvPr>
          <p:cNvCxnSpPr>
            <a:cxnSpLocks/>
            <a:stCxn id="36" idx="2"/>
            <a:endCxn id="44" idx="0"/>
          </p:cNvCxnSpPr>
          <p:nvPr/>
        </p:nvCxnSpPr>
        <p:spPr>
          <a:xfrm>
            <a:off x="3636696" y="2311063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A9C10E0-8E1E-5748-91F2-5B29E549D1D6}"/>
              </a:ext>
            </a:extLst>
          </p:cNvPr>
          <p:cNvSpPr txBox="1"/>
          <p:nvPr/>
        </p:nvSpPr>
        <p:spPr>
          <a:xfrm>
            <a:off x="3196575" y="2865900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CA5CA2-4EA4-3B4E-9A91-6DDCD6F71A20}"/>
              </a:ext>
            </a:extLst>
          </p:cNvPr>
          <p:cNvSpPr txBox="1"/>
          <p:nvPr/>
        </p:nvSpPr>
        <p:spPr>
          <a:xfrm>
            <a:off x="4395045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737F467-DD3B-464D-AB7C-48ADAE9C7A75}"/>
              </a:ext>
            </a:extLst>
          </p:cNvPr>
          <p:cNvCxnSpPr>
            <a:cxnSpLocks/>
          </p:cNvCxnSpPr>
          <p:nvPr/>
        </p:nvCxnSpPr>
        <p:spPr>
          <a:xfrm flipH="1">
            <a:off x="704643" y="327510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B3C027E-6CAD-874A-BA4C-D4BDE373AB42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ED3D8CF-46C2-074A-B667-A1B26D7A6839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1C57070-1823-F445-9473-2FC7F87656AF}"/>
              </a:ext>
            </a:extLst>
          </p:cNvPr>
          <p:cNvSpPr txBox="1"/>
          <p:nvPr/>
        </p:nvSpPr>
        <p:spPr>
          <a:xfrm>
            <a:off x="1471443" y="3742210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253B0E-0EC6-3148-A7AA-7554864A0EED}"/>
              </a:ext>
            </a:extLst>
          </p:cNvPr>
          <p:cNvSpPr txBox="1"/>
          <p:nvPr/>
        </p:nvSpPr>
        <p:spPr>
          <a:xfrm>
            <a:off x="405651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D89358-50D5-5149-9D7E-12BE25096FA6}"/>
              </a:ext>
            </a:extLst>
          </p:cNvPr>
          <p:cNvSpPr txBox="1"/>
          <p:nvPr/>
        </p:nvSpPr>
        <p:spPr>
          <a:xfrm>
            <a:off x="2727183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B51672-AA26-1342-9E90-03C0F97FFA09}"/>
              </a:ext>
            </a:extLst>
          </p:cNvPr>
          <p:cNvSpPr txBox="1"/>
          <p:nvPr/>
        </p:nvSpPr>
        <p:spPr>
          <a:xfrm>
            <a:off x="169084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BB3498-EE54-8746-A272-5AD0BED142DC}"/>
              </a:ext>
            </a:extLst>
          </p:cNvPr>
          <p:cNvSpPr txBox="1"/>
          <p:nvPr/>
        </p:nvSpPr>
        <p:spPr>
          <a:xfrm>
            <a:off x="375228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D6F8D07-D95A-5448-B1DF-6BD3C103C7EB}"/>
              </a:ext>
            </a:extLst>
          </p:cNvPr>
          <p:cNvCxnSpPr>
            <a:cxnSpLocks/>
            <a:endCxn id="59" idx="0"/>
          </p:cNvCxnSpPr>
          <p:nvPr/>
        </p:nvCxnSpPr>
        <p:spPr>
          <a:xfrm flipH="1">
            <a:off x="737509" y="5413801"/>
            <a:ext cx="1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86DCAF7-69E6-834A-AE6E-0FE38CEA85BA}"/>
              </a:ext>
            </a:extLst>
          </p:cNvPr>
          <p:cNvCxnSpPr>
            <a:cxnSpLocks/>
          </p:cNvCxnSpPr>
          <p:nvPr/>
        </p:nvCxnSpPr>
        <p:spPr>
          <a:xfrm flipH="1">
            <a:off x="719552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BD57399C-B201-B746-8DE0-BCBE79A9AA7E}"/>
              </a:ext>
            </a:extLst>
          </p:cNvPr>
          <p:cNvSpPr txBox="1"/>
          <p:nvPr/>
        </p:nvSpPr>
        <p:spPr>
          <a:xfrm>
            <a:off x="2492539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26449A-B7B4-B146-92E2-AEC4902CF791}"/>
              </a:ext>
            </a:extLst>
          </p:cNvPr>
          <p:cNvSpPr txBox="1"/>
          <p:nvPr/>
        </p:nvSpPr>
        <p:spPr>
          <a:xfrm>
            <a:off x="2698683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C04012A-4FA5-6B44-80E4-9A7BFA02A83B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3060964" y="5458298"/>
            <a:ext cx="1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93561DF-98DF-A440-B8EE-AB89FE1FA19E}"/>
              </a:ext>
            </a:extLst>
          </p:cNvPr>
          <p:cNvCxnSpPr>
            <a:cxnSpLocks/>
          </p:cNvCxnSpPr>
          <p:nvPr/>
        </p:nvCxnSpPr>
        <p:spPr>
          <a:xfrm flipH="1">
            <a:off x="3043007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AC93A18-FD63-3C49-B627-4ED0A6C07807}"/>
              </a:ext>
            </a:extLst>
          </p:cNvPr>
          <p:cNvCxnSpPr>
            <a:cxnSpLocks/>
            <a:stCxn id="60" idx="2"/>
            <a:endCxn id="68" idx="0"/>
          </p:cNvCxnSpPr>
          <p:nvPr/>
        </p:nvCxnSpPr>
        <p:spPr>
          <a:xfrm>
            <a:off x="694739" y="4779877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BACA7DC-06DF-1F42-9362-D172C7991887}"/>
              </a:ext>
            </a:extLst>
          </p:cNvPr>
          <p:cNvSpPr txBox="1"/>
          <p:nvPr/>
        </p:nvSpPr>
        <p:spPr>
          <a:xfrm>
            <a:off x="336753" y="5022766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3147EF5-1094-DF40-B87D-B68D07211B82}"/>
              </a:ext>
            </a:extLst>
          </p:cNvPr>
          <p:cNvCxnSpPr>
            <a:cxnSpLocks/>
            <a:endCxn id="70" idx="0"/>
          </p:cNvCxnSpPr>
          <p:nvPr/>
        </p:nvCxnSpPr>
        <p:spPr>
          <a:xfrm>
            <a:off x="3016271" y="4702186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E3A4C9DB-E5C4-EE4E-B341-8806AFC0BC1A}"/>
              </a:ext>
            </a:extLst>
          </p:cNvPr>
          <p:cNvSpPr txBox="1"/>
          <p:nvPr/>
        </p:nvSpPr>
        <p:spPr>
          <a:xfrm>
            <a:off x="2658285" y="4945075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863AD3-AF58-9343-8A51-6AC7DA42C02D}"/>
              </a:ext>
            </a:extLst>
          </p:cNvPr>
          <p:cNvSpPr txBox="1"/>
          <p:nvPr/>
        </p:nvSpPr>
        <p:spPr>
          <a:xfrm>
            <a:off x="4108799" y="5194151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FB1C20C-FC64-DC4C-9330-6351C4E9B540}"/>
              </a:ext>
            </a:extLst>
          </p:cNvPr>
          <p:cNvCxnSpPr>
            <a:cxnSpLocks/>
            <a:endCxn id="73" idx="0"/>
          </p:cNvCxnSpPr>
          <p:nvPr/>
        </p:nvCxnSpPr>
        <p:spPr>
          <a:xfrm flipH="1">
            <a:off x="4682834" y="3201598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5E35CF3-8A64-944D-AA44-CCB594F0C936}"/>
              </a:ext>
            </a:extLst>
          </p:cNvPr>
          <p:cNvSpPr txBox="1"/>
          <p:nvPr/>
        </p:nvSpPr>
        <p:spPr>
          <a:xfrm>
            <a:off x="4363323" y="3666176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1C3E4BA-997F-AA4A-BB0F-E26D41A1AC4D}"/>
              </a:ext>
            </a:extLst>
          </p:cNvPr>
          <p:cNvCxnSpPr>
            <a:cxnSpLocks/>
            <a:stCxn id="73" idx="2"/>
            <a:endCxn id="75" idx="0"/>
          </p:cNvCxnSpPr>
          <p:nvPr/>
        </p:nvCxnSpPr>
        <p:spPr>
          <a:xfrm flipH="1">
            <a:off x="4682833" y="4035508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AECA206-BD9C-0C4C-ACFA-6ED75A7F6D50}"/>
              </a:ext>
            </a:extLst>
          </p:cNvPr>
          <p:cNvSpPr txBox="1"/>
          <p:nvPr/>
        </p:nvSpPr>
        <p:spPr>
          <a:xfrm>
            <a:off x="4314943" y="4524758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ECCCB75-1593-BA4C-988E-981C8B8AF8D5}"/>
              </a:ext>
            </a:extLst>
          </p:cNvPr>
          <p:cNvCxnSpPr>
            <a:cxnSpLocks/>
            <a:stCxn id="75" idx="2"/>
            <a:endCxn id="71" idx="0"/>
          </p:cNvCxnSpPr>
          <p:nvPr/>
        </p:nvCxnSpPr>
        <p:spPr>
          <a:xfrm flipH="1">
            <a:off x="4677224" y="4894090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E9375D6-2140-CC4E-81AB-2AAC9912AE0D}"/>
              </a:ext>
            </a:extLst>
          </p:cNvPr>
          <p:cNvSpPr txBox="1"/>
          <p:nvPr/>
        </p:nvSpPr>
        <p:spPr>
          <a:xfrm>
            <a:off x="435242" y="1524075"/>
            <a:ext cx="2216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What about this one?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BD11E8-7DFB-A440-8607-C9D6A77D7CFD}"/>
              </a:ext>
            </a:extLst>
          </p:cNvPr>
          <p:cNvSpPr txBox="1"/>
          <p:nvPr/>
        </p:nvSpPr>
        <p:spPr>
          <a:xfrm>
            <a:off x="4985917" y="1789401"/>
            <a:ext cx="23065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Cannot produce either</a:t>
            </a:r>
          </a:p>
          <a:p>
            <a:r>
              <a:rPr lang="en-US" dirty="0"/>
              <a:t>parse tree!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DB171C-2AB8-267E-D480-D19580CE5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651" y="234835"/>
            <a:ext cx="2501900" cy="901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965420-2211-2489-54BB-9C3635E63E05}"/>
              </a:ext>
            </a:extLst>
          </p:cNvPr>
          <p:cNvSpPr txBox="1"/>
          <p:nvPr/>
        </p:nvSpPr>
        <p:spPr>
          <a:xfrm>
            <a:off x="7766835" y="264143"/>
            <a:ext cx="29455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UNAMBIGUOUS</a:t>
            </a:r>
          </a:p>
          <a:p>
            <a:r>
              <a:rPr lang="en-US" dirty="0"/>
              <a:t>But not expressive</a:t>
            </a:r>
          </a:p>
          <a:p>
            <a:r>
              <a:rPr lang="en-US" dirty="0"/>
              <a:t>No recursion</a:t>
            </a:r>
          </a:p>
        </p:txBody>
      </p:sp>
    </p:spTree>
    <p:extLst>
      <p:ext uri="{BB962C8B-B14F-4D97-AF65-F5344CB8AC3E}">
        <p14:creationId xmlns:p14="http://schemas.microsoft.com/office/powerpoint/2010/main" val="11829492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3CCA8-183D-2444-997B-196A6C631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Q5: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150847-ACE5-914D-A56D-F7C4E82E2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300" y="2260600"/>
            <a:ext cx="91694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0413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order traversal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8E3F6C-A743-8A4D-9EE8-2834469CE690}"/>
              </a:ext>
            </a:extLst>
          </p:cNvPr>
          <p:cNvSpPr/>
          <p:nvPr/>
        </p:nvSpPr>
        <p:spPr>
          <a:xfrm>
            <a:off x="3348228" y="2697480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52AEBBA-F12C-B341-98FC-EBB4B11DB1CE}"/>
              </a:ext>
            </a:extLst>
          </p:cNvPr>
          <p:cNvSpPr/>
          <p:nvPr/>
        </p:nvSpPr>
        <p:spPr>
          <a:xfrm>
            <a:off x="1441704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D936F8-A834-0B42-95CA-6AE1E67B666F}"/>
              </a:ext>
            </a:extLst>
          </p:cNvPr>
          <p:cNvSpPr/>
          <p:nvPr/>
        </p:nvSpPr>
        <p:spPr>
          <a:xfrm>
            <a:off x="483124" y="5731933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821868-82EE-504D-8067-1F861B330C2F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2105120" y="3360896"/>
            <a:ext cx="1356932" cy="781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17227F8-0456-9348-811A-BBD396F72331}"/>
              </a:ext>
            </a:extLst>
          </p:cNvPr>
          <p:cNvCxnSpPr>
            <a:cxnSpLocks/>
          </p:cNvCxnSpPr>
          <p:nvPr/>
        </p:nvCxnSpPr>
        <p:spPr>
          <a:xfrm flipH="1">
            <a:off x="3748278" y="212731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44DF338B-6FB2-1B4E-A4A7-202FF25A45D6}"/>
              </a:ext>
            </a:extLst>
          </p:cNvPr>
          <p:cNvSpPr/>
          <p:nvPr/>
        </p:nvSpPr>
        <p:spPr>
          <a:xfrm>
            <a:off x="4011644" y="4092892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873C7A7-1F6B-9040-8A16-BB409BFB956B}"/>
              </a:ext>
            </a:extLst>
          </p:cNvPr>
          <p:cNvSpPr/>
          <p:nvPr/>
        </p:nvSpPr>
        <p:spPr>
          <a:xfrm>
            <a:off x="1967642" y="5647267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8953DFB-2024-004E-A3C5-D73644BE3024}"/>
              </a:ext>
            </a:extLst>
          </p:cNvPr>
          <p:cNvCxnSpPr>
            <a:cxnSpLocks/>
            <a:stCxn id="4" idx="5"/>
            <a:endCxn id="14" idx="0"/>
          </p:cNvCxnSpPr>
          <p:nvPr/>
        </p:nvCxnSpPr>
        <p:spPr>
          <a:xfrm>
            <a:off x="4011644" y="3360896"/>
            <a:ext cx="388620" cy="7319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DD22BCF-A37D-024E-8264-0F4BA2EA7840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965200" y="4692300"/>
            <a:ext cx="590328" cy="10396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5E0A8BF-803D-9449-8892-D2610016BD11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2105120" y="4692300"/>
            <a:ext cx="227648" cy="9549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C9AE2E8-CA65-2B42-B58C-DA029A768D54}"/>
              </a:ext>
            </a:extLst>
          </p:cNvPr>
          <p:cNvSpPr txBox="1"/>
          <p:nvPr/>
        </p:nvSpPr>
        <p:spPr>
          <a:xfrm>
            <a:off x="8297333" y="2937933"/>
            <a:ext cx="31484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the post order traversal</a:t>
            </a:r>
          </a:p>
          <a:p>
            <a:r>
              <a:rPr lang="en-US" dirty="0"/>
              <a:t>of this tree?</a:t>
            </a:r>
          </a:p>
        </p:txBody>
      </p:sp>
    </p:spTree>
    <p:extLst>
      <p:ext uri="{BB962C8B-B14F-4D97-AF65-F5344CB8AC3E}">
        <p14:creationId xmlns:p14="http://schemas.microsoft.com/office/powerpoint/2010/main" val="6081575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order traversal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8E3F6C-A743-8A4D-9EE8-2834469CE690}"/>
              </a:ext>
            </a:extLst>
          </p:cNvPr>
          <p:cNvSpPr/>
          <p:nvPr/>
        </p:nvSpPr>
        <p:spPr>
          <a:xfrm>
            <a:off x="3348228" y="2697480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52AEBBA-F12C-B341-98FC-EBB4B11DB1CE}"/>
              </a:ext>
            </a:extLst>
          </p:cNvPr>
          <p:cNvSpPr/>
          <p:nvPr/>
        </p:nvSpPr>
        <p:spPr>
          <a:xfrm>
            <a:off x="1441704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D936F8-A834-0B42-95CA-6AE1E67B666F}"/>
              </a:ext>
            </a:extLst>
          </p:cNvPr>
          <p:cNvSpPr/>
          <p:nvPr/>
        </p:nvSpPr>
        <p:spPr>
          <a:xfrm>
            <a:off x="483124" y="5731933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821868-82EE-504D-8067-1F861B330C2F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2105120" y="3360896"/>
            <a:ext cx="1356932" cy="781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17227F8-0456-9348-811A-BBD396F72331}"/>
              </a:ext>
            </a:extLst>
          </p:cNvPr>
          <p:cNvCxnSpPr>
            <a:cxnSpLocks/>
          </p:cNvCxnSpPr>
          <p:nvPr/>
        </p:nvCxnSpPr>
        <p:spPr>
          <a:xfrm flipH="1">
            <a:off x="3748278" y="212731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44DF338B-6FB2-1B4E-A4A7-202FF25A45D6}"/>
              </a:ext>
            </a:extLst>
          </p:cNvPr>
          <p:cNvSpPr/>
          <p:nvPr/>
        </p:nvSpPr>
        <p:spPr>
          <a:xfrm>
            <a:off x="4011644" y="4092892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873C7A7-1F6B-9040-8A16-BB409BFB956B}"/>
              </a:ext>
            </a:extLst>
          </p:cNvPr>
          <p:cNvSpPr/>
          <p:nvPr/>
        </p:nvSpPr>
        <p:spPr>
          <a:xfrm>
            <a:off x="1967642" y="5647267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8953DFB-2024-004E-A3C5-D73644BE3024}"/>
              </a:ext>
            </a:extLst>
          </p:cNvPr>
          <p:cNvCxnSpPr>
            <a:cxnSpLocks/>
            <a:stCxn id="4" idx="5"/>
            <a:endCxn id="14" idx="0"/>
          </p:cNvCxnSpPr>
          <p:nvPr/>
        </p:nvCxnSpPr>
        <p:spPr>
          <a:xfrm>
            <a:off x="4011644" y="3360896"/>
            <a:ext cx="388620" cy="7319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DD22BCF-A37D-024E-8264-0F4BA2EA7840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965200" y="4692300"/>
            <a:ext cx="590328" cy="10396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5E0A8BF-803D-9449-8892-D2610016BD11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2105120" y="4692300"/>
            <a:ext cx="227648" cy="9549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C9AE2E8-CA65-2B42-B58C-DA029A768D54}"/>
              </a:ext>
            </a:extLst>
          </p:cNvPr>
          <p:cNvSpPr txBox="1"/>
          <p:nvPr/>
        </p:nvSpPr>
        <p:spPr>
          <a:xfrm>
            <a:off x="8297333" y="2937933"/>
            <a:ext cx="31484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the post order traversal</a:t>
            </a:r>
          </a:p>
          <a:p>
            <a:r>
              <a:rPr lang="en-US" dirty="0"/>
              <a:t>of this tree?</a:t>
            </a:r>
          </a:p>
        </p:txBody>
      </p:sp>
    </p:spTree>
    <p:extLst>
      <p:ext uri="{BB962C8B-B14F-4D97-AF65-F5344CB8AC3E}">
        <p14:creationId xmlns:p14="http://schemas.microsoft.com/office/powerpoint/2010/main" val="35617579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order traversal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8E3F6C-A743-8A4D-9EE8-2834469CE690}"/>
              </a:ext>
            </a:extLst>
          </p:cNvPr>
          <p:cNvSpPr/>
          <p:nvPr/>
        </p:nvSpPr>
        <p:spPr>
          <a:xfrm>
            <a:off x="3348228" y="2697480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52AEBBA-F12C-B341-98FC-EBB4B11DB1CE}"/>
              </a:ext>
            </a:extLst>
          </p:cNvPr>
          <p:cNvSpPr/>
          <p:nvPr/>
        </p:nvSpPr>
        <p:spPr>
          <a:xfrm>
            <a:off x="1441704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D936F8-A834-0B42-95CA-6AE1E67B666F}"/>
              </a:ext>
            </a:extLst>
          </p:cNvPr>
          <p:cNvSpPr/>
          <p:nvPr/>
        </p:nvSpPr>
        <p:spPr>
          <a:xfrm>
            <a:off x="483124" y="5731933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821868-82EE-504D-8067-1F861B330C2F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2105120" y="3360896"/>
            <a:ext cx="1356932" cy="781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17227F8-0456-9348-811A-BBD396F72331}"/>
              </a:ext>
            </a:extLst>
          </p:cNvPr>
          <p:cNvCxnSpPr>
            <a:cxnSpLocks/>
          </p:cNvCxnSpPr>
          <p:nvPr/>
        </p:nvCxnSpPr>
        <p:spPr>
          <a:xfrm flipH="1">
            <a:off x="3748278" y="212731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44DF338B-6FB2-1B4E-A4A7-202FF25A45D6}"/>
              </a:ext>
            </a:extLst>
          </p:cNvPr>
          <p:cNvSpPr/>
          <p:nvPr/>
        </p:nvSpPr>
        <p:spPr>
          <a:xfrm>
            <a:off x="4011644" y="4092892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873C7A7-1F6B-9040-8A16-BB409BFB956B}"/>
              </a:ext>
            </a:extLst>
          </p:cNvPr>
          <p:cNvSpPr/>
          <p:nvPr/>
        </p:nvSpPr>
        <p:spPr>
          <a:xfrm>
            <a:off x="1967642" y="5647267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8953DFB-2024-004E-A3C5-D73644BE3024}"/>
              </a:ext>
            </a:extLst>
          </p:cNvPr>
          <p:cNvCxnSpPr>
            <a:cxnSpLocks/>
            <a:stCxn id="4" idx="5"/>
            <a:endCxn id="14" idx="0"/>
          </p:cNvCxnSpPr>
          <p:nvPr/>
        </p:nvCxnSpPr>
        <p:spPr>
          <a:xfrm>
            <a:off x="4011644" y="3360896"/>
            <a:ext cx="388620" cy="7319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DD22BCF-A37D-024E-8264-0F4BA2EA7840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965200" y="4692300"/>
            <a:ext cx="590328" cy="10396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5E0A8BF-803D-9449-8892-D2610016BD11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2105120" y="4692300"/>
            <a:ext cx="227648" cy="9549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C9AE2E8-CA65-2B42-B58C-DA029A768D54}"/>
              </a:ext>
            </a:extLst>
          </p:cNvPr>
          <p:cNvSpPr txBox="1"/>
          <p:nvPr/>
        </p:nvSpPr>
        <p:spPr>
          <a:xfrm>
            <a:off x="8297333" y="2937933"/>
            <a:ext cx="31484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the post order traversal</a:t>
            </a:r>
          </a:p>
          <a:p>
            <a:r>
              <a:rPr lang="en-US" dirty="0"/>
              <a:t>of this tree?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37B641-2931-B448-AC83-54E2E389A77A}"/>
              </a:ext>
            </a:extLst>
          </p:cNvPr>
          <p:cNvSpPr txBox="1"/>
          <p:nvPr/>
        </p:nvSpPr>
        <p:spPr>
          <a:xfrm>
            <a:off x="4125468" y="5602128"/>
            <a:ext cx="37160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operators that are lower</a:t>
            </a:r>
          </a:p>
          <a:p>
            <a:r>
              <a:rPr lang="en-US" dirty="0"/>
              <a:t>in the parse tree get evaluated earlier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01C0D4-15C2-C84C-9763-8B391CEE06AC}"/>
              </a:ext>
            </a:extLst>
          </p:cNvPr>
          <p:cNvSpPr txBox="1"/>
          <p:nvPr/>
        </p:nvSpPr>
        <p:spPr>
          <a:xfrm>
            <a:off x="4350517" y="2200933"/>
            <a:ext cx="35398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operators that are higher</a:t>
            </a:r>
          </a:p>
          <a:p>
            <a:r>
              <a:rPr lang="en-US" dirty="0"/>
              <a:t>in the parse tree get evaluated later</a:t>
            </a:r>
          </a:p>
        </p:txBody>
      </p:sp>
    </p:spTree>
    <p:extLst>
      <p:ext uri="{BB962C8B-B14F-4D97-AF65-F5344CB8AC3E}">
        <p14:creationId xmlns:p14="http://schemas.microsoft.com/office/powerpoint/2010/main" val="35513788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2162-6C16-C84F-9702-17E49E55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a parse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84A87-825D-444D-BB7B-C3FAA3E9B7F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0AF64F-C051-BC45-8F55-C339505C9041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037C40A-B1C7-B24E-AAED-53661DA8AD97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6F5EC7-5BB5-C44D-9139-74B5B3A0EA1C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4FA233-A2CA-7644-9D29-ABBBFDDE51C4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879086-9CF3-C944-B592-9E6A7804E052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2C3AB-C2B2-F242-974D-F95CE403B6CB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188A97-8BB9-E34A-9A6F-2FA6143478F0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289100-EE7C-6B44-B446-620A383C0434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523A5C-5656-2C48-9561-C5E06431FF8C}"/>
              </a:ext>
            </a:extLst>
          </p:cNvPr>
          <p:cNvCxnSpPr>
            <a:cxnSpLocks/>
          </p:cNvCxnSpPr>
          <p:nvPr/>
        </p:nvCxnSpPr>
        <p:spPr>
          <a:xfrm flipH="1">
            <a:off x="8758711" y="413940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2827981-7496-3044-A580-D70075F49F40}"/>
              </a:ext>
            </a:extLst>
          </p:cNvPr>
          <p:cNvCxnSpPr>
            <a:cxnSpLocks/>
          </p:cNvCxnSpPr>
          <p:nvPr/>
        </p:nvCxnSpPr>
        <p:spPr>
          <a:xfrm>
            <a:off x="9983084" y="413940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D73D50F-AD23-2A43-8FB5-2E5521EA1252}"/>
              </a:ext>
            </a:extLst>
          </p:cNvPr>
          <p:cNvCxnSpPr>
            <a:cxnSpLocks/>
          </p:cNvCxnSpPr>
          <p:nvPr/>
        </p:nvCxnSpPr>
        <p:spPr>
          <a:xfrm>
            <a:off x="9983084" y="413940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3A10946-EFD4-7E40-AB1D-DC861347C615}"/>
              </a:ext>
            </a:extLst>
          </p:cNvPr>
          <p:cNvSpPr txBox="1"/>
          <p:nvPr/>
        </p:nvSpPr>
        <p:spPr>
          <a:xfrm>
            <a:off x="9525511" y="4606502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E779DE-0E1B-6646-BA9B-D3741DDAFA77}"/>
              </a:ext>
            </a:extLst>
          </p:cNvPr>
          <p:cNvSpPr txBox="1"/>
          <p:nvPr/>
        </p:nvSpPr>
        <p:spPr>
          <a:xfrm>
            <a:off x="8459719" y="4575109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3208D9-8CA8-8545-A65C-A98896AB66F9}"/>
              </a:ext>
            </a:extLst>
          </p:cNvPr>
          <p:cNvSpPr txBox="1"/>
          <p:nvPr/>
        </p:nvSpPr>
        <p:spPr>
          <a:xfrm>
            <a:off x="10781251" y="4575109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708125-208C-FB44-BFCB-1411EB5B9B3C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5C9CA3C-1798-5D4F-B4D8-21BE902532E2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133E5FB-1176-2F49-8AB1-1062B1ED1DC5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51E8634-37CD-4B4A-A4CD-F0390385398C}"/>
              </a:ext>
            </a:extLst>
          </p:cNvPr>
          <p:cNvCxnSpPr>
            <a:cxnSpLocks/>
            <a:stCxn id="27" idx="2"/>
            <a:endCxn id="13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AC937BE-D3B1-D44D-9937-F6A99D119B0E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EAB152D-9A26-9B43-A7B1-29D9BE13117F}"/>
              </a:ext>
            </a:extLst>
          </p:cNvPr>
          <p:cNvCxnSpPr>
            <a:cxnSpLocks/>
            <a:stCxn id="12" idx="2"/>
            <a:endCxn id="43" idx="0"/>
          </p:cNvCxnSpPr>
          <p:nvPr/>
        </p:nvCxnSpPr>
        <p:spPr>
          <a:xfrm flipH="1">
            <a:off x="9983685" y="3457265"/>
            <a:ext cx="8050" cy="3128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646E12C-C254-B54E-96B1-3BAC1435E7C3}"/>
              </a:ext>
            </a:extLst>
          </p:cNvPr>
          <p:cNvSpPr txBox="1"/>
          <p:nvPr/>
        </p:nvSpPr>
        <p:spPr>
          <a:xfrm>
            <a:off x="9525511" y="3770068"/>
            <a:ext cx="916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3540521-17C6-EC43-BC96-BB34123D64CE}"/>
              </a:ext>
            </a:extLst>
          </p:cNvPr>
          <p:cNvSpPr txBox="1"/>
          <p:nvPr/>
        </p:nvSpPr>
        <p:spPr>
          <a:xfrm>
            <a:off x="8223152" y="594423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C8F0CC-8EE2-F145-9D4D-E31B4417315B}"/>
              </a:ext>
            </a:extLst>
          </p:cNvPr>
          <p:cNvSpPr txBox="1"/>
          <p:nvPr/>
        </p:nvSpPr>
        <p:spPr>
          <a:xfrm>
            <a:off x="8429296" y="5274837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C7DED96-B025-904A-A333-37DE1FE9A7F1}"/>
              </a:ext>
            </a:extLst>
          </p:cNvPr>
          <p:cNvCxnSpPr>
            <a:cxnSpLocks/>
            <a:stCxn id="55" idx="2"/>
            <a:endCxn id="54" idx="0"/>
          </p:cNvCxnSpPr>
          <p:nvPr/>
        </p:nvCxnSpPr>
        <p:spPr>
          <a:xfrm flipH="1">
            <a:off x="8791577" y="5644169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1EE8A74-38A2-CD4C-9B1F-B1674EDD25B9}"/>
              </a:ext>
            </a:extLst>
          </p:cNvPr>
          <p:cNvCxnSpPr>
            <a:cxnSpLocks/>
          </p:cNvCxnSpPr>
          <p:nvPr/>
        </p:nvCxnSpPr>
        <p:spPr>
          <a:xfrm flipH="1">
            <a:off x="8773620" y="4956450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CFF7024A-16C9-E64F-8C94-B05E0079A3E1}"/>
              </a:ext>
            </a:extLst>
          </p:cNvPr>
          <p:cNvSpPr txBox="1"/>
          <p:nvPr/>
        </p:nvSpPr>
        <p:spPr>
          <a:xfrm>
            <a:off x="10546607" y="594423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130AFD8-7831-4340-B3B1-D26D06FFC84A}"/>
              </a:ext>
            </a:extLst>
          </p:cNvPr>
          <p:cNvSpPr txBox="1"/>
          <p:nvPr/>
        </p:nvSpPr>
        <p:spPr>
          <a:xfrm>
            <a:off x="10752751" y="5274837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04A8729-D901-5145-8399-EBECB27338FB}"/>
              </a:ext>
            </a:extLst>
          </p:cNvPr>
          <p:cNvCxnSpPr>
            <a:cxnSpLocks/>
            <a:stCxn id="59" idx="2"/>
            <a:endCxn id="58" idx="0"/>
          </p:cNvCxnSpPr>
          <p:nvPr/>
        </p:nvCxnSpPr>
        <p:spPr>
          <a:xfrm flipH="1">
            <a:off x="11115032" y="5644169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9889343-814F-AC47-BCAA-253276D34071}"/>
              </a:ext>
            </a:extLst>
          </p:cNvPr>
          <p:cNvCxnSpPr>
            <a:cxnSpLocks/>
          </p:cNvCxnSpPr>
          <p:nvPr/>
        </p:nvCxnSpPr>
        <p:spPr>
          <a:xfrm flipH="1">
            <a:off x="11097075" y="4956450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Table 5">
            <a:extLst>
              <a:ext uri="{FF2B5EF4-FFF2-40B4-BE49-F238E27FC236}">
                <a16:creationId xmlns:a16="http://schemas.microsoft.com/office/drawing/2014/main" id="{EAE5DCAE-5344-7E4A-8E00-CD15BC32AB8D}"/>
              </a:ext>
            </a:extLst>
          </p:cNvPr>
          <p:cNvGraphicFramePr>
            <a:graphicFrameLocks noGrp="1"/>
          </p:cNvGraphicFramePr>
          <p:nvPr/>
        </p:nvGraphicFramePr>
        <p:xfrm>
          <a:off x="680382" y="2517382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40803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2162-6C16-C84F-9702-17E49E55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a parse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84A87-825D-444D-BB7B-C3FAA3E9B7FE}"/>
              </a:ext>
            </a:extLst>
          </p:cNvPr>
          <p:cNvSpPr txBox="1"/>
          <p:nvPr/>
        </p:nvSpPr>
        <p:spPr>
          <a:xfrm>
            <a:off x="8635402" y="2181957"/>
            <a:ext cx="947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expr: </a:t>
            </a:r>
            <a:r>
              <a:rPr lang="en-US" dirty="0">
                <a:highlight>
                  <a:srgbClr val="FFFF00"/>
                </a:highlight>
              </a:rPr>
              <a:t>31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0AF64F-C051-BC45-8F55-C339505C9041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7415716" y="2551289"/>
            <a:ext cx="169340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037C40A-B1C7-B24E-AAED-53661DA8AD97}"/>
              </a:ext>
            </a:extLst>
          </p:cNvPr>
          <p:cNvSpPr txBox="1"/>
          <p:nvPr/>
        </p:nvSpPr>
        <p:spPr>
          <a:xfrm>
            <a:off x="7000506" y="3087933"/>
            <a:ext cx="830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expr: </a:t>
            </a:r>
            <a:r>
              <a:rPr lang="en-US" dirty="0">
                <a:highlight>
                  <a:srgbClr val="FFFF00"/>
                </a:highlight>
              </a:rPr>
              <a:t>1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6F5EC7-5BB5-C44D-9139-74B5B3A0EA1C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8934394" y="2551289"/>
            <a:ext cx="174728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4FA233-A2CA-7644-9D29-ABBBFDDE51C4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9109122" y="2551289"/>
            <a:ext cx="882613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879086-9CF3-C944-B592-9E6A7804E052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2C3AB-C2B2-F242-974D-F95CE403B6CB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188A97-8BB9-E34A-9A6F-2FA6143478F0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289100-EE7C-6B44-B446-620A383C0434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7299498" y="3477414"/>
            <a:ext cx="114776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523A5C-5656-2C48-9561-C5E06431FF8C}"/>
              </a:ext>
            </a:extLst>
          </p:cNvPr>
          <p:cNvCxnSpPr>
            <a:cxnSpLocks/>
          </p:cNvCxnSpPr>
          <p:nvPr/>
        </p:nvCxnSpPr>
        <p:spPr>
          <a:xfrm flipH="1">
            <a:off x="8758711" y="413940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2827981-7496-3044-A580-D70075F49F40}"/>
              </a:ext>
            </a:extLst>
          </p:cNvPr>
          <p:cNvCxnSpPr>
            <a:cxnSpLocks/>
          </p:cNvCxnSpPr>
          <p:nvPr/>
        </p:nvCxnSpPr>
        <p:spPr>
          <a:xfrm>
            <a:off x="9983084" y="413940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D73D50F-AD23-2A43-8FB5-2E5521EA1252}"/>
              </a:ext>
            </a:extLst>
          </p:cNvPr>
          <p:cNvCxnSpPr>
            <a:cxnSpLocks/>
          </p:cNvCxnSpPr>
          <p:nvPr/>
        </p:nvCxnSpPr>
        <p:spPr>
          <a:xfrm>
            <a:off x="9983084" y="413940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3A10946-EFD4-7E40-AB1D-DC861347C615}"/>
              </a:ext>
            </a:extLst>
          </p:cNvPr>
          <p:cNvSpPr txBox="1"/>
          <p:nvPr/>
        </p:nvSpPr>
        <p:spPr>
          <a:xfrm>
            <a:off x="9525511" y="4606502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E779DE-0E1B-6646-BA9B-D3741DDAFA77}"/>
              </a:ext>
            </a:extLst>
          </p:cNvPr>
          <p:cNvSpPr txBox="1"/>
          <p:nvPr/>
        </p:nvSpPr>
        <p:spPr>
          <a:xfrm>
            <a:off x="8459719" y="4575109"/>
            <a:ext cx="871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term: </a:t>
            </a:r>
            <a:r>
              <a:rPr lang="en-US" dirty="0">
                <a:highlight>
                  <a:srgbClr val="FFFF00"/>
                </a:highlight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3208D9-8CA8-8545-A65C-A98896AB66F9}"/>
              </a:ext>
            </a:extLst>
          </p:cNvPr>
          <p:cNvSpPr txBox="1"/>
          <p:nvPr/>
        </p:nvSpPr>
        <p:spPr>
          <a:xfrm>
            <a:off x="10781251" y="4575109"/>
            <a:ext cx="871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term: </a:t>
            </a:r>
            <a:r>
              <a:rPr lang="en-US" dirty="0">
                <a:highlight>
                  <a:srgbClr val="FFFF00"/>
                </a:highlight>
              </a:rPr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708125-208C-FB44-BFCB-1411EB5B9B3C}"/>
              </a:ext>
            </a:extLst>
          </p:cNvPr>
          <p:cNvSpPr txBox="1"/>
          <p:nvPr/>
        </p:nvSpPr>
        <p:spPr>
          <a:xfrm>
            <a:off x="6978545" y="3941992"/>
            <a:ext cx="871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term: </a:t>
            </a:r>
            <a:r>
              <a:rPr lang="en-US" dirty="0">
                <a:highlight>
                  <a:srgbClr val="FFFF00"/>
                </a:highlight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5C9CA3C-1798-5D4F-B4D8-21BE902532E2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 flipH="1">
            <a:off x="7414272" y="4311324"/>
            <a:ext cx="2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133E5FB-1176-2F49-8AB1-1062B1ED1DC5}"/>
              </a:ext>
            </a:extLst>
          </p:cNvPr>
          <p:cNvSpPr txBox="1"/>
          <p:nvPr/>
        </p:nvSpPr>
        <p:spPr>
          <a:xfrm>
            <a:off x="6930165" y="4800574"/>
            <a:ext cx="96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factor: </a:t>
            </a:r>
            <a:r>
              <a:rPr lang="en-US" dirty="0">
                <a:highlight>
                  <a:srgbClr val="FFFF00"/>
                </a:highlight>
              </a:rPr>
              <a:t>1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51E8634-37CD-4B4A-A4CD-F0390385398C}"/>
              </a:ext>
            </a:extLst>
          </p:cNvPr>
          <p:cNvCxnSpPr>
            <a:cxnSpLocks/>
            <a:stCxn id="27" idx="2"/>
            <a:endCxn id="13" idx="0"/>
          </p:cNvCxnSpPr>
          <p:nvPr/>
        </p:nvCxnSpPr>
        <p:spPr>
          <a:xfrm flipH="1">
            <a:off x="7292446" y="5169906"/>
            <a:ext cx="121826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AC937BE-D3B1-D44D-9937-F6A99D119B0E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EAB152D-9A26-9B43-A7B1-29D9BE13117F}"/>
              </a:ext>
            </a:extLst>
          </p:cNvPr>
          <p:cNvCxnSpPr>
            <a:cxnSpLocks/>
            <a:stCxn id="12" idx="2"/>
            <a:endCxn id="43" idx="0"/>
          </p:cNvCxnSpPr>
          <p:nvPr/>
        </p:nvCxnSpPr>
        <p:spPr>
          <a:xfrm>
            <a:off x="9991735" y="3457265"/>
            <a:ext cx="49699" cy="3128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646E12C-C254-B54E-96B1-3BAC1435E7C3}"/>
              </a:ext>
            </a:extLst>
          </p:cNvPr>
          <p:cNvSpPr txBox="1"/>
          <p:nvPr/>
        </p:nvSpPr>
        <p:spPr>
          <a:xfrm>
            <a:off x="9410620" y="3770068"/>
            <a:ext cx="1261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term: </a:t>
            </a:r>
            <a:r>
              <a:rPr lang="en-US" dirty="0">
                <a:highlight>
                  <a:srgbClr val="FFFF00"/>
                </a:highlight>
              </a:rPr>
              <a:t>30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3540521-17C6-EC43-BC96-BB34123D64CE}"/>
              </a:ext>
            </a:extLst>
          </p:cNvPr>
          <p:cNvSpPr txBox="1"/>
          <p:nvPr/>
        </p:nvSpPr>
        <p:spPr>
          <a:xfrm>
            <a:off x="8223152" y="594423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C8F0CC-8EE2-F145-9D4D-E31B4417315B}"/>
              </a:ext>
            </a:extLst>
          </p:cNvPr>
          <p:cNvSpPr txBox="1"/>
          <p:nvPr/>
        </p:nvSpPr>
        <p:spPr>
          <a:xfrm>
            <a:off x="8429296" y="5274837"/>
            <a:ext cx="915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factor:</a:t>
            </a:r>
            <a:r>
              <a:rPr lang="en-US" dirty="0">
                <a:highlight>
                  <a:srgbClr val="FFFF00"/>
                </a:highlight>
              </a:rPr>
              <a:t>5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C7DED96-B025-904A-A333-37DE1FE9A7F1}"/>
              </a:ext>
            </a:extLst>
          </p:cNvPr>
          <p:cNvCxnSpPr>
            <a:cxnSpLocks/>
            <a:stCxn id="55" idx="2"/>
            <a:endCxn id="54" idx="0"/>
          </p:cNvCxnSpPr>
          <p:nvPr/>
        </p:nvCxnSpPr>
        <p:spPr>
          <a:xfrm flipH="1">
            <a:off x="8791577" y="5644169"/>
            <a:ext cx="95377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1EE8A74-38A2-CD4C-9B1F-B1674EDD25B9}"/>
              </a:ext>
            </a:extLst>
          </p:cNvPr>
          <p:cNvCxnSpPr>
            <a:cxnSpLocks/>
          </p:cNvCxnSpPr>
          <p:nvPr/>
        </p:nvCxnSpPr>
        <p:spPr>
          <a:xfrm flipH="1">
            <a:off x="8773620" y="4956450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CFF7024A-16C9-E64F-8C94-B05E0079A3E1}"/>
              </a:ext>
            </a:extLst>
          </p:cNvPr>
          <p:cNvSpPr txBox="1"/>
          <p:nvPr/>
        </p:nvSpPr>
        <p:spPr>
          <a:xfrm>
            <a:off x="10546607" y="594423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130AFD8-7831-4340-B3B1-D26D06FFC84A}"/>
              </a:ext>
            </a:extLst>
          </p:cNvPr>
          <p:cNvSpPr txBox="1"/>
          <p:nvPr/>
        </p:nvSpPr>
        <p:spPr>
          <a:xfrm>
            <a:off x="10752751" y="5274837"/>
            <a:ext cx="96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factor: </a:t>
            </a:r>
            <a:r>
              <a:rPr lang="en-US" dirty="0">
                <a:highlight>
                  <a:srgbClr val="FFFF00"/>
                </a:highlight>
              </a:rPr>
              <a:t>6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04A8729-D901-5145-8399-EBECB27338FB}"/>
              </a:ext>
            </a:extLst>
          </p:cNvPr>
          <p:cNvCxnSpPr>
            <a:cxnSpLocks/>
            <a:stCxn id="59" idx="2"/>
            <a:endCxn id="58" idx="0"/>
          </p:cNvCxnSpPr>
          <p:nvPr/>
        </p:nvCxnSpPr>
        <p:spPr>
          <a:xfrm flipH="1">
            <a:off x="11115032" y="5644169"/>
            <a:ext cx="121826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9889343-814F-AC47-BCAA-253276D34071}"/>
              </a:ext>
            </a:extLst>
          </p:cNvPr>
          <p:cNvCxnSpPr>
            <a:cxnSpLocks/>
          </p:cNvCxnSpPr>
          <p:nvPr/>
        </p:nvCxnSpPr>
        <p:spPr>
          <a:xfrm flipH="1">
            <a:off x="11097075" y="4956450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Table 5">
            <a:extLst>
              <a:ext uri="{FF2B5EF4-FFF2-40B4-BE49-F238E27FC236}">
                <a16:creationId xmlns:a16="http://schemas.microsoft.com/office/drawing/2014/main" id="{EAE5DCAE-5344-7E4A-8E00-CD15BC32AB8D}"/>
              </a:ext>
            </a:extLst>
          </p:cNvPr>
          <p:cNvGraphicFramePr>
            <a:graphicFrameLocks noGrp="1"/>
          </p:cNvGraphicFramePr>
          <p:nvPr/>
        </p:nvGraphicFramePr>
        <p:xfrm>
          <a:off x="680382" y="2517382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62810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2162-6C16-C84F-9702-17E49E55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a parse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84A87-825D-444D-BB7B-C3FAA3E9B7FE}"/>
              </a:ext>
            </a:extLst>
          </p:cNvPr>
          <p:cNvSpPr txBox="1"/>
          <p:nvPr/>
        </p:nvSpPr>
        <p:spPr>
          <a:xfrm>
            <a:off x="8635402" y="2181957"/>
            <a:ext cx="947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expr: 31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0AF64F-C051-BC45-8F55-C339505C9041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7415716" y="2551289"/>
            <a:ext cx="169340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037C40A-B1C7-B24E-AAED-53661DA8AD97}"/>
              </a:ext>
            </a:extLst>
          </p:cNvPr>
          <p:cNvSpPr txBox="1"/>
          <p:nvPr/>
        </p:nvSpPr>
        <p:spPr>
          <a:xfrm>
            <a:off x="7000506" y="3087933"/>
            <a:ext cx="830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expr: 1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6F5EC7-5BB5-C44D-9139-74B5B3A0EA1C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8934394" y="2551289"/>
            <a:ext cx="174728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4FA233-A2CA-7644-9D29-ABBBFDDE51C4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9109122" y="2551289"/>
            <a:ext cx="882613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879086-9CF3-C944-B592-9E6A7804E052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2C3AB-C2B2-F242-974D-F95CE403B6CB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188A97-8BB9-E34A-9A6F-2FA6143478F0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289100-EE7C-6B44-B446-620A383C0434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7299498" y="3477414"/>
            <a:ext cx="114776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523A5C-5656-2C48-9561-C5E06431FF8C}"/>
              </a:ext>
            </a:extLst>
          </p:cNvPr>
          <p:cNvCxnSpPr>
            <a:cxnSpLocks/>
          </p:cNvCxnSpPr>
          <p:nvPr/>
        </p:nvCxnSpPr>
        <p:spPr>
          <a:xfrm flipH="1">
            <a:off x="8758711" y="413940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2827981-7496-3044-A580-D70075F49F40}"/>
              </a:ext>
            </a:extLst>
          </p:cNvPr>
          <p:cNvCxnSpPr>
            <a:cxnSpLocks/>
          </p:cNvCxnSpPr>
          <p:nvPr/>
        </p:nvCxnSpPr>
        <p:spPr>
          <a:xfrm>
            <a:off x="9983084" y="413940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D73D50F-AD23-2A43-8FB5-2E5521EA1252}"/>
              </a:ext>
            </a:extLst>
          </p:cNvPr>
          <p:cNvCxnSpPr>
            <a:cxnSpLocks/>
          </p:cNvCxnSpPr>
          <p:nvPr/>
        </p:nvCxnSpPr>
        <p:spPr>
          <a:xfrm>
            <a:off x="9983084" y="413940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3A10946-EFD4-7E40-AB1D-DC861347C615}"/>
              </a:ext>
            </a:extLst>
          </p:cNvPr>
          <p:cNvSpPr txBox="1"/>
          <p:nvPr/>
        </p:nvSpPr>
        <p:spPr>
          <a:xfrm>
            <a:off x="9525511" y="4606502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</a:t>
            </a:r>
            <a:r>
              <a:rPr lang="en-US" dirty="0">
                <a:highlight>
                  <a:srgbClr val="FFFF00"/>
                </a:highlight>
              </a:rPr>
              <a:t>TIMES</a:t>
            </a:r>
            <a:r>
              <a:rPr lang="en-US" dirty="0"/>
              <a:t>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E779DE-0E1B-6646-BA9B-D3741DDAFA77}"/>
              </a:ext>
            </a:extLst>
          </p:cNvPr>
          <p:cNvSpPr txBox="1"/>
          <p:nvPr/>
        </p:nvSpPr>
        <p:spPr>
          <a:xfrm>
            <a:off x="8459719" y="4575109"/>
            <a:ext cx="871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term: 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3208D9-8CA8-8545-A65C-A98896AB66F9}"/>
              </a:ext>
            </a:extLst>
          </p:cNvPr>
          <p:cNvSpPr txBox="1"/>
          <p:nvPr/>
        </p:nvSpPr>
        <p:spPr>
          <a:xfrm>
            <a:off x="10781251" y="4575109"/>
            <a:ext cx="871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term: 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708125-208C-FB44-BFCB-1411EB5B9B3C}"/>
              </a:ext>
            </a:extLst>
          </p:cNvPr>
          <p:cNvSpPr txBox="1"/>
          <p:nvPr/>
        </p:nvSpPr>
        <p:spPr>
          <a:xfrm>
            <a:off x="6978545" y="3941992"/>
            <a:ext cx="871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term: 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5C9CA3C-1798-5D4F-B4D8-21BE902532E2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 flipH="1">
            <a:off x="7414272" y="4311324"/>
            <a:ext cx="2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133E5FB-1176-2F49-8AB1-1062B1ED1DC5}"/>
              </a:ext>
            </a:extLst>
          </p:cNvPr>
          <p:cNvSpPr txBox="1"/>
          <p:nvPr/>
        </p:nvSpPr>
        <p:spPr>
          <a:xfrm>
            <a:off x="6930165" y="4800574"/>
            <a:ext cx="96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factor: 1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51E8634-37CD-4B4A-A4CD-F0390385398C}"/>
              </a:ext>
            </a:extLst>
          </p:cNvPr>
          <p:cNvCxnSpPr>
            <a:cxnSpLocks/>
            <a:stCxn id="27" idx="2"/>
            <a:endCxn id="13" idx="0"/>
          </p:cNvCxnSpPr>
          <p:nvPr/>
        </p:nvCxnSpPr>
        <p:spPr>
          <a:xfrm flipH="1">
            <a:off x="7292446" y="5169906"/>
            <a:ext cx="121826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AC937BE-D3B1-D44D-9937-F6A99D119B0E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EAB152D-9A26-9B43-A7B1-29D9BE13117F}"/>
              </a:ext>
            </a:extLst>
          </p:cNvPr>
          <p:cNvCxnSpPr>
            <a:cxnSpLocks/>
            <a:stCxn id="12" idx="2"/>
            <a:endCxn id="43" idx="0"/>
          </p:cNvCxnSpPr>
          <p:nvPr/>
        </p:nvCxnSpPr>
        <p:spPr>
          <a:xfrm>
            <a:off x="9991735" y="3457265"/>
            <a:ext cx="178285" cy="3128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646E12C-C254-B54E-96B1-3BAC1435E7C3}"/>
              </a:ext>
            </a:extLst>
          </p:cNvPr>
          <p:cNvSpPr txBox="1"/>
          <p:nvPr/>
        </p:nvSpPr>
        <p:spPr>
          <a:xfrm>
            <a:off x="9667792" y="3770068"/>
            <a:ext cx="1004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term: 30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3540521-17C6-EC43-BC96-BB34123D64CE}"/>
              </a:ext>
            </a:extLst>
          </p:cNvPr>
          <p:cNvSpPr txBox="1"/>
          <p:nvPr/>
        </p:nvSpPr>
        <p:spPr>
          <a:xfrm>
            <a:off x="8223152" y="594423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C8F0CC-8EE2-F145-9D4D-E31B4417315B}"/>
              </a:ext>
            </a:extLst>
          </p:cNvPr>
          <p:cNvSpPr txBox="1"/>
          <p:nvPr/>
        </p:nvSpPr>
        <p:spPr>
          <a:xfrm>
            <a:off x="8429296" y="5274837"/>
            <a:ext cx="915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factor:5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C7DED96-B025-904A-A333-37DE1FE9A7F1}"/>
              </a:ext>
            </a:extLst>
          </p:cNvPr>
          <p:cNvCxnSpPr>
            <a:cxnSpLocks/>
            <a:stCxn id="55" idx="2"/>
            <a:endCxn id="54" idx="0"/>
          </p:cNvCxnSpPr>
          <p:nvPr/>
        </p:nvCxnSpPr>
        <p:spPr>
          <a:xfrm flipH="1">
            <a:off x="8791577" y="5644169"/>
            <a:ext cx="95377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1EE8A74-38A2-CD4C-9B1F-B1674EDD25B9}"/>
              </a:ext>
            </a:extLst>
          </p:cNvPr>
          <p:cNvCxnSpPr>
            <a:cxnSpLocks/>
          </p:cNvCxnSpPr>
          <p:nvPr/>
        </p:nvCxnSpPr>
        <p:spPr>
          <a:xfrm flipH="1">
            <a:off x="8773620" y="4956450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CFF7024A-16C9-E64F-8C94-B05E0079A3E1}"/>
              </a:ext>
            </a:extLst>
          </p:cNvPr>
          <p:cNvSpPr txBox="1"/>
          <p:nvPr/>
        </p:nvSpPr>
        <p:spPr>
          <a:xfrm>
            <a:off x="10546607" y="594423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130AFD8-7831-4340-B3B1-D26D06FFC84A}"/>
              </a:ext>
            </a:extLst>
          </p:cNvPr>
          <p:cNvSpPr txBox="1"/>
          <p:nvPr/>
        </p:nvSpPr>
        <p:spPr>
          <a:xfrm>
            <a:off x="10752751" y="5274837"/>
            <a:ext cx="96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factor: 6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04A8729-D901-5145-8399-EBECB27338FB}"/>
              </a:ext>
            </a:extLst>
          </p:cNvPr>
          <p:cNvCxnSpPr>
            <a:cxnSpLocks/>
            <a:stCxn id="59" idx="2"/>
            <a:endCxn id="58" idx="0"/>
          </p:cNvCxnSpPr>
          <p:nvPr/>
        </p:nvCxnSpPr>
        <p:spPr>
          <a:xfrm flipH="1">
            <a:off x="11115032" y="5644169"/>
            <a:ext cx="121826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9889343-814F-AC47-BCAA-253276D34071}"/>
              </a:ext>
            </a:extLst>
          </p:cNvPr>
          <p:cNvCxnSpPr>
            <a:cxnSpLocks/>
          </p:cNvCxnSpPr>
          <p:nvPr/>
        </p:nvCxnSpPr>
        <p:spPr>
          <a:xfrm flipH="1">
            <a:off x="11097075" y="4956450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Table 5">
            <a:extLst>
              <a:ext uri="{FF2B5EF4-FFF2-40B4-BE49-F238E27FC236}">
                <a16:creationId xmlns:a16="http://schemas.microsoft.com/office/drawing/2014/main" id="{EAE5DCAE-5344-7E4A-8E00-CD15BC32AB8D}"/>
              </a:ext>
            </a:extLst>
          </p:cNvPr>
          <p:cNvGraphicFramePr>
            <a:graphicFrameLocks noGrp="1"/>
          </p:cNvGraphicFramePr>
          <p:nvPr/>
        </p:nvGraphicFramePr>
        <p:xfrm>
          <a:off x="680382" y="2517382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</a:t>
                      </a:r>
                      <a:r>
                        <a:rPr lang="en-US" sz="1400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TIMES</a:t>
                      </a:r>
                      <a:r>
                        <a:rPr lang="en-US" sz="1400" dirty="0">
                          <a:latin typeface="Courier" pitchFamily="2" charset="0"/>
                        </a:rPr>
                        <a:t>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F0E2F25-A925-0848-8166-32107C815220}"/>
              </a:ext>
            </a:extLst>
          </p:cNvPr>
          <p:cNvSpPr txBox="1"/>
          <p:nvPr/>
        </p:nvSpPr>
        <p:spPr>
          <a:xfrm>
            <a:off x="10745876" y="3559446"/>
            <a:ext cx="13647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highlight>
                  <a:srgbClr val="FFFF00"/>
                </a:highlight>
              </a:rPr>
              <a:t>lower in the </a:t>
            </a:r>
            <a:br>
              <a:rPr lang="en-US" i="1" dirty="0">
                <a:highlight>
                  <a:srgbClr val="FFFF00"/>
                </a:highlight>
              </a:rPr>
            </a:br>
            <a:r>
              <a:rPr lang="en-US" i="1" dirty="0">
                <a:highlight>
                  <a:srgbClr val="FFFF00"/>
                </a:highlight>
              </a:rPr>
              <a:t>parse tree</a:t>
            </a:r>
          </a:p>
        </p:txBody>
      </p:sp>
    </p:spTree>
    <p:extLst>
      <p:ext uri="{BB962C8B-B14F-4D97-AF65-F5344CB8AC3E}">
        <p14:creationId xmlns:p14="http://schemas.microsoft.com/office/powerpoint/2010/main" val="21551710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38A7-9CB6-8B41-8EEB-A7321D318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Avoiding Ambiguity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E783D612-69BC-4C49-9D8D-25981E72E3F3}"/>
              </a:ext>
            </a:extLst>
          </p:cNvPr>
          <p:cNvGraphicFramePr>
            <a:graphicFrameLocks noGrp="1"/>
          </p:cNvGraphicFramePr>
          <p:nvPr/>
        </p:nvGraphicFramePr>
        <p:xfrm>
          <a:off x="6873792" y="1980054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7" name="Down Arrow 6">
            <a:extLst>
              <a:ext uri="{FF2B5EF4-FFF2-40B4-BE49-F238E27FC236}">
                <a16:creationId xmlns:a16="http://schemas.microsoft.com/office/drawing/2014/main" id="{71D1710D-D0C7-1141-9E1A-8BB20BBA4101}"/>
              </a:ext>
            </a:extLst>
          </p:cNvPr>
          <p:cNvSpPr/>
          <p:nvPr/>
        </p:nvSpPr>
        <p:spPr>
          <a:xfrm>
            <a:off x="11664778" y="2014151"/>
            <a:ext cx="333633" cy="214509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8F6C5A-303D-9F4B-ACBC-3800557D9C90}"/>
              </a:ext>
            </a:extLst>
          </p:cNvPr>
          <p:cNvSpPr txBox="1"/>
          <p:nvPr/>
        </p:nvSpPr>
        <p:spPr>
          <a:xfrm>
            <a:off x="9794666" y="1111825"/>
            <a:ext cx="22037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Precedence</a:t>
            </a:r>
          </a:p>
          <a:p>
            <a:pPr algn="ctr"/>
            <a:r>
              <a:rPr lang="en-US" dirty="0"/>
              <a:t>increases going down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1126F44-3264-1345-A8E5-85FF2EEFE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46805" cy="4667250"/>
          </a:xfrm>
        </p:spPr>
        <p:txBody>
          <a:bodyPr>
            <a:normAutofit/>
          </a:bodyPr>
          <a:lstStyle/>
          <a:p>
            <a:r>
              <a:rPr lang="en-US" dirty="0"/>
              <a:t>new production rules</a:t>
            </a:r>
          </a:p>
          <a:p>
            <a:pPr lvl="1"/>
            <a:r>
              <a:rPr lang="en-US" dirty="0"/>
              <a:t>One non-terminal for each level of precedence</a:t>
            </a:r>
          </a:p>
          <a:p>
            <a:pPr lvl="1"/>
            <a:r>
              <a:rPr lang="en-US" dirty="0"/>
              <a:t>lowest precedence at the top</a:t>
            </a:r>
          </a:p>
          <a:p>
            <a:pPr lvl="1"/>
            <a:r>
              <a:rPr lang="en-US" dirty="0"/>
              <a:t>highest precedence at the bottom</a:t>
            </a:r>
          </a:p>
          <a:p>
            <a:pPr lvl="1"/>
            <a:endParaRPr lang="en-US" dirty="0"/>
          </a:p>
          <a:p>
            <a:r>
              <a:rPr lang="en-US" dirty="0"/>
              <a:t>How would we add power? ^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248A40-6737-1BC3-EE25-246275EF9D9F}"/>
              </a:ext>
            </a:extLst>
          </p:cNvPr>
          <p:cNvSpPr txBox="1"/>
          <p:nvPr/>
        </p:nvSpPr>
        <p:spPr>
          <a:xfrm>
            <a:off x="3480178" y="4899546"/>
            <a:ext cx="1965279" cy="36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this: </a:t>
            </a:r>
            <a:r>
              <a:rPr lang="en-US" dirty="0">
                <a:hlinkClick r:id="rId2"/>
              </a:rPr>
              <a:t>See this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8850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3CCA8-183D-2444-997B-196A6C631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Q6: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CA22F5-69E8-324B-AF79-37BC91BEA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0" y="2901950"/>
            <a:ext cx="8864600" cy="105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2855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8F8A8-4B56-B248-BA83-82BDA8A43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Ambiguous grammars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A8A75-0947-5349-B74C-1E1CFC55D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urier" pitchFamily="2" charset="0"/>
              </a:rPr>
              <a:t>input: 1 + 5 * 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A68BBF-72D1-C942-A23C-05D446E914FE}"/>
              </a:ext>
            </a:extLst>
          </p:cNvPr>
          <p:cNvSpPr txBox="1"/>
          <p:nvPr/>
        </p:nvSpPr>
        <p:spPr>
          <a:xfrm>
            <a:off x="3239948" y="373410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361AA3-995B-B14B-B160-8FB9C9CD4818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2274749" y="418166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634B6E4-6F20-344D-8519-C401DEC7D86C}"/>
              </a:ext>
            </a:extLst>
          </p:cNvPr>
          <p:cNvSpPr txBox="1"/>
          <p:nvPr/>
        </p:nvSpPr>
        <p:spPr>
          <a:xfrm>
            <a:off x="1975757" y="464008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CC53EA-3A7E-2A46-B638-61EFD0987A47}"/>
              </a:ext>
            </a:extLst>
          </p:cNvPr>
          <p:cNvCxnSpPr>
            <a:cxnSpLocks/>
          </p:cNvCxnSpPr>
          <p:nvPr/>
        </p:nvCxnSpPr>
        <p:spPr>
          <a:xfrm>
            <a:off x="3499122" y="418166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DDCCB52-A633-524E-9223-25CDAEBEDDC8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3499122" y="418166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32D1699-947E-FB40-84D8-4DC970ADF2C2}"/>
              </a:ext>
            </a:extLst>
          </p:cNvPr>
          <p:cNvSpPr txBox="1"/>
          <p:nvPr/>
        </p:nvSpPr>
        <p:spPr>
          <a:xfrm>
            <a:off x="2999947" y="4690690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63DEE2-6482-4145-9E0E-CEAC819F69A4}"/>
              </a:ext>
            </a:extLst>
          </p:cNvPr>
          <p:cNvSpPr txBox="1"/>
          <p:nvPr/>
        </p:nvSpPr>
        <p:spPr>
          <a:xfrm>
            <a:off x="4297289" y="464008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333C5C-5116-CF4E-BDE4-041EE8B68947}"/>
              </a:ext>
            </a:extLst>
          </p:cNvPr>
          <p:cNvSpPr txBox="1"/>
          <p:nvPr/>
        </p:nvSpPr>
        <p:spPr>
          <a:xfrm>
            <a:off x="4027856" y="546783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BC49E33-FEA7-474C-B5FD-65D9B2D17F0C}"/>
              </a:ext>
            </a:extLst>
          </p:cNvPr>
          <p:cNvCxnSpPr>
            <a:cxnSpLocks/>
          </p:cNvCxnSpPr>
          <p:nvPr/>
        </p:nvCxnSpPr>
        <p:spPr>
          <a:xfrm>
            <a:off x="4576436" y="4999423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1096E1A-92E3-F543-AE82-F83E64D4767A}"/>
              </a:ext>
            </a:extLst>
          </p:cNvPr>
          <p:cNvCxnSpPr>
            <a:cxnSpLocks/>
          </p:cNvCxnSpPr>
          <p:nvPr/>
        </p:nvCxnSpPr>
        <p:spPr>
          <a:xfrm flipH="1">
            <a:off x="1003968" y="4999423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F80C731-C2B1-F147-AD80-21AE50F180C9}"/>
              </a:ext>
            </a:extLst>
          </p:cNvPr>
          <p:cNvCxnSpPr>
            <a:cxnSpLocks/>
          </p:cNvCxnSpPr>
          <p:nvPr/>
        </p:nvCxnSpPr>
        <p:spPr>
          <a:xfrm>
            <a:off x="2228341" y="4999423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7EEBFB7-B649-8C45-A4D9-A6A3E2716E8B}"/>
              </a:ext>
            </a:extLst>
          </p:cNvPr>
          <p:cNvCxnSpPr>
            <a:cxnSpLocks/>
          </p:cNvCxnSpPr>
          <p:nvPr/>
        </p:nvCxnSpPr>
        <p:spPr>
          <a:xfrm>
            <a:off x="2228341" y="4999423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8B0E84E-AA23-3741-8FC6-5967FD361D8D}"/>
              </a:ext>
            </a:extLst>
          </p:cNvPr>
          <p:cNvSpPr txBox="1"/>
          <p:nvPr/>
        </p:nvSpPr>
        <p:spPr>
          <a:xfrm>
            <a:off x="1770768" y="5466525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FA4E57-3800-9A41-84C1-3487CFE1B43B}"/>
              </a:ext>
            </a:extLst>
          </p:cNvPr>
          <p:cNvSpPr txBox="1"/>
          <p:nvPr/>
        </p:nvSpPr>
        <p:spPr>
          <a:xfrm>
            <a:off x="704976" y="543513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D426D8-C447-C642-859D-706A726FD75F}"/>
              </a:ext>
            </a:extLst>
          </p:cNvPr>
          <p:cNvSpPr txBox="1"/>
          <p:nvPr/>
        </p:nvSpPr>
        <p:spPr>
          <a:xfrm>
            <a:off x="3026508" y="543513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E33E75-44A2-F64D-B68D-8F3B337FC012}"/>
              </a:ext>
            </a:extLst>
          </p:cNvPr>
          <p:cNvSpPr txBox="1"/>
          <p:nvPr/>
        </p:nvSpPr>
        <p:spPr>
          <a:xfrm>
            <a:off x="2757075" y="591101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71E864-22B5-094C-801E-86FEE9D9E25D}"/>
              </a:ext>
            </a:extLst>
          </p:cNvPr>
          <p:cNvSpPr txBox="1"/>
          <p:nvPr/>
        </p:nvSpPr>
        <p:spPr>
          <a:xfrm>
            <a:off x="435543" y="594256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5B64D96-7DBD-DB40-853F-60DB16DAE97F}"/>
              </a:ext>
            </a:extLst>
          </p:cNvPr>
          <p:cNvCxnSpPr>
            <a:cxnSpLocks/>
            <a:stCxn id="26" idx="2"/>
            <a:endCxn id="29" idx="0"/>
          </p:cNvCxnSpPr>
          <p:nvPr/>
        </p:nvCxnSpPr>
        <p:spPr>
          <a:xfrm>
            <a:off x="1003968" y="5804464"/>
            <a:ext cx="0" cy="1381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481D737-746B-4740-9924-08AC9DFCD0E8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>
            <a:off x="3325500" y="5804464"/>
            <a:ext cx="0" cy="106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894651D-BDAA-CB4B-847E-27CA6C8D57A2}"/>
              </a:ext>
            </a:extLst>
          </p:cNvPr>
          <p:cNvSpPr txBox="1"/>
          <p:nvPr/>
        </p:nvSpPr>
        <p:spPr>
          <a:xfrm>
            <a:off x="8721899" y="359916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494AE38-347B-FB45-92D2-C20562A30599}"/>
              </a:ext>
            </a:extLst>
          </p:cNvPr>
          <p:cNvCxnSpPr>
            <a:cxnSpLocks/>
            <a:endCxn id="34" idx="0"/>
          </p:cNvCxnSpPr>
          <p:nvPr/>
        </p:nvCxnSpPr>
        <p:spPr>
          <a:xfrm flipH="1">
            <a:off x="7756700" y="404672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BC0C00E-B3EC-D44C-A76B-1E2281292A5C}"/>
              </a:ext>
            </a:extLst>
          </p:cNvPr>
          <p:cNvSpPr txBox="1"/>
          <p:nvPr/>
        </p:nvSpPr>
        <p:spPr>
          <a:xfrm>
            <a:off x="7457708" y="450514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A24C63B-4728-FB4C-AD69-94E0B527A793}"/>
              </a:ext>
            </a:extLst>
          </p:cNvPr>
          <p:cNvCxnSpPr>
            <a:cxnSpLocks/>
          </p:cNvCxnSpPr>
          <p:nvPr/>
        </p:nvCxnSpPr>
        <p:spPr>
          <a:xfrm>
            <a:off x="8981073" y="404672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8A82912-235D-F149-9061-EEEB5FE782B2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8981073" y="404672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E4D3550-2066-7047-99CC-6E633FF20E96}"/>
              </a:ext>
            </a:extLst>
          </p:cNvPr>
          <p:cNvSpPr txBox="1"/>
          <p:nvPr/>
        </p:nvSpPr>
        <p:spPr>
          <a:xfrm>
            <a:off x="8481898" y="4555753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1363E2-B1B9-7345-A762-D88FF62FDAF4}"/>
              </a:ext>
            </a:extLst>
          </p:cNvPr>
          <p:cNvSpPr txBox="1"/>
          <p:nvPr/>
        </p:nvSpPr>
        <p:spPr>
          <a:xfrm>
            <a:off x="9779240" y="450514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73533F-3FC1-9647-B18D-C47D25947ABF}"/>
              </a:ext>
            </a:extLst>
          </p:cNvPr>
          <p:cNvSpPr txBox="1"/>
          <p:nvPr/>
        </p:nvSpPr>
        <p:spPr>
          <a:xfrm>
            <a:off x="7172331" y="5312439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02888FB-F383-E14B-B6AF-E22F4852C47A}"/>
              </a:ext>
            </a:extLst>
          </p:cNvPr>
          <p:cNvCxnSpPr>
            <a:cxnSpLocks/>
          </p:cNvCxnSpPr>
          <p:nvPr/>
        </p:nvCxnSpPr>
        <p:spPr>
          <a:xfrm>
            <a:off x="7720911" y="484403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A494428-D263-504F-A0F0-396F28368D6D}"/>
              </a:ext>
            </a:extLst>
          </p:cNvPr>
          <p:cNvCxnSpPr>
            <a:cxnSpLocks/>
          </p:cNvCxnSpPr>
          <p:nvPr/>
        </p:nvCxnSpPr>
        <p:spPr>
          <a:xfrm flipH="1">
            <a:off x="8886498" y="4905611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DB3F067-A772-4F4E-AB9F-1EA2B87917CB}"/>
              </a:ext>
            </a:extLst>
          </p:cNvPr>
          <p:cNvCxnSpPr>
            <a:cxnSpLocks/>
          </p:cNvCxnSpPr>
          <p:nvPr/>
        </p:nvCxnSpPr>
        <p:spPr>
          <a:xfrm>
            <a:off x="10110871" y="4905611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AB66872-BB31-3641-A31A-0D0F5553F07F}"/>
              </a:ext>
            </a:extLst>
          </p:cNvPr>
          <p:cNvCxnSpPr>
            <a:cxnSpLocks/>
          </p:cNvCxnSpPr>
          <p:nvPr/>
        </p:nvCxnSpPr>
        <p:spPr>
          <a:xfrm>
            <a:off x="10110871" y="4905611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91AEAF9-1508-724D-B536-FF3D64495E94}"/>
              </a:ext>
            </a:extLst>
          </p:cNvPr>
          <p:cNvSpPr txBox="1"/>
          <p:nvPr/>
        </p:nvSpPr>
        <p:spPr>
          <a:xfrm>
            <a:off x="9653298" y="5372713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E0DF7F4-EFC0-A741-A375-A31613EF51FA}"/>
              </a:ext>
            </a:extLst>
          </p:cNvPr>
          <p:cNvSpPr txBox="1"/>
          <p:nvPr/>
        </p:nvSpPr>
        <p:spPr>
          <a:xfrm>
            <a:off x="8587506" y="5341320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CA120C3-2BA8-9B47-9904-9EF7C76454E4}"/>
              </a:ext>
            </a:extLst>
          </p:cNvPr>
          <p:cNvSpPr txBox="1"/>
          <p:nvPr/>
        </p:nvSpPr>
        <p:spPr>
          <a:xfrm>
            <a:off x="10909038" y="5341320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0EA284-20CC-A440-8849-20319D64DFFE}"/>
              </a:ext>
            </a:extLst>
          </p:cNvPr>
          <p:cNvSpPr txBox="1"/>
          <p:nvPr/>
        </p:nvSpPr>
        <p:spPr>
          <a:xfrm>
            <a:off x="10639605" y="5817206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85D842-98AA-1C4A-AD3A-2E68F087D105}"/>
              </a:ext>
            </a:extLst>
          </p:cNvPr>
          <p:cNvSpPr txBox="1"/>
          <p:nvPr/>
        </p:nvSpPr>
        <p:spPr>
          <a:xfrm>
            <a:off x="8318073" y="5848756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31409B5-1B0D-2849-A0BB-B1505DF341B5}"/>
              </a:ext>
            </a:extLst>
          </p:cNvPr>
          <p:cNvCxnSpPr>
            <a:cxnSpLocks/>
            <a:stCxn id="45" idx="2"/>
            <a:endCxn id="48" idx="0"/>
          </p:cNvCxnSpPr>
          <p:nvPr/>
        </p:nvCxnSpPr>
        <p:spPr>
          <a:xfrm>
            <a:off x="8886498" y="5710652"/>
            <a:ext cx="0" cy="1381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9F327D7-B2FB-E745-B67B-655E6B1E466F}"/>
              </a:ext>
            </a:extLst>
          </p:cNvPr>
          <p:cNvCxnSpPr>
            <a:cxnSpLocks/>
            <a:stCxn id="46" idx="2"/>
            <a:endCxn id="47" idx="0"/>
          </p:cNvCxnSpPr>
          <p:nvPr/>
        </p:nvCxnSpPr>
        <p:spPr>
          <a:xfrm>
            <a:off x="11208030" y="5710652"/>
            <a:ext cx="0" cy="106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EFBBB9C6-D6F4-834B-A4E7-0BEF5ADBE87C}"/>
              </a:ext>
            </a:extLst>
          </p:cNvPr>
          <p:cNvSpPr txBox="1">
            <a:spLocks/>
          </p:cNvSpPr>
          <p:nvPr/>
        </p:nvSpPr>
        <p:spPr>
          <a:xfrm>
            <a:off x="7893805" y="1036315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40843810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8F8A8-4B56-B248-BA83-82BDA8A43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Ambiguous grammars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A8A75-0947-5349-B74C-1E1CFC55D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urier" pitchFamily="2" charset="0"/>
              </a:rPr>
              <a:t>input: 1 + 5 * 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A68BBF-72D1-C942-A23C-05D446E914FE}"/>
              </a:ext>
            </a:extLst>
          </p:cNvPr>
          <p:cNvSpPr txBox="1"/>
          <p:nvPr/>
        </p:nvSpPr>
        <p:spPr>
          <a:xfrm>
            <a:off x="3239948" y="373410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361AA3-995B-B14B-B160-8FB9C9CD4818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2274749" y="418166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634B6E4-6F20-344D-8519-C401DEC7D86C}"/>
              </a:ext>
            </a:extLst>
          </p:cNvPr>
          <p:cNvSpPr txBox="1"/>
          <p:nvPr/>
        </p:nvSpPr>
        <p:spPr>
          <a:xfrm>
            <a:off x="1975757" y="464008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CC53EA-3A7E-2A46-B638-61EFD0987A47}"/>
              </a:ext>
            </a:extLst>
          </p:cNvPr>
          <p:cNvCxnSpPr>
            <a:cxnSpLocks/>
          </p:cNvCxnSpPr>
          <p:nvPr/>
        </p:nvCxnSpPr>
        <p:spPr>
          <a:xfrm>
            <a:off x="3499122" y="418166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DDCCB52-A633-524E-9223-25CDAEBEDDC8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3499122" y="418166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32D1699-947E-FB40-84D8-4DC970ADF2C2}"/>
              </a:ext>
            </a:extLst>
          </p:cNvPr>
          <p:cNvSpPr txBox="1"/>
          <p:nvPr/>
        </p:nvSpPr>
        <p:spPr>
          <a:xfrm>
            <a:off x="2999947" y="4690690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63DEE2-6482-4145-9E0E-CEAC819F69A4}"/>
              </a:ext>
            </a:extLst>
          </p:cNvPr>
          <p:cNvSpPr txBox="1"/>
          <p:nvPr/>
        </p:nvSpPr>
        <p:spPr>
          <a:xfrm>
            <a:off x="4297289" y="464008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333C5C-5116-CF4E-BDE4-041EE8B68947}"/>
              </a:ext>
            </a:extLst>
          </p:cNvPr>
          <p:cNvSpPr txBox="1"/>
          <p:nvPr/>
        </p:nvSpPr>
        <p:spPr>
          <a:xfrm>
            <a:off x="4027856" y="546783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BC49E33-FEA7-474C-B5FD-65D9B2D17F0C}"/>
              </a:ext>
            </a:extLst>
          </p:cNvPr>
          <p:cNvCxnSpPr>
            <a:cxnSpLocks/>
          </p:cNvCxnSpPr>
          <p:nvPr/>
        </p:nvCxnSpPr>
        <p:spPr>
          <a:xfrm>
            <a:off x="4576436" y="4999423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1096E1A-92E3-F543-AE82-F83E64D4767A}"/>
              </a:ext>
            </a:extLst>
          </p:cNvPr>
          <p:cNvCxnSpPr>
            <a:cxnSpLocks/>
          </p:cNvCxnSpPr>
          <p:nvPr/>
        </p:nvCxnSpPr>
        <p:spPr>
          <a:xfrm flipH="1">
            <a:off x="1003968" y="4999423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F80C731-C2B1-F147-AD80-21AE50F180C9}"/>
              </a:ext>
            </a:extLst>
          </p:cNvPr>
          <p:cNvCxnSpPr>
            <a:cxnSpLocks/>
          </p:cNvCxnSpPr>
          <p:nvPr/>
        </p:nvCxnSpPr>
        <p:spPr>
          <a:xfrm>
            <a:off x="2228341" y="4999423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7EEBFB7-B649-8C45-A4D9-A6A3E2716E8B}"/>
              </a:ext>
            </a:extLst>
          </p:cNvPr>
          <p:cNvCxnSpPr>
            <a:cxnSpLocks/>
          </p:cNvCxnSpPr>
          <p:nvPr/>
        </p:nvCxnSpPr>
        <p:spPr>
          <a:xfrm>
            <a:off x="2228341" y="4999423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8B0E84E-AA23-3741-8FC6-5967FD361D8D}"/>
              </a:ext>
            </a:extLst>
          </p:cNvPr>
          <p:cNvSpPr txBox="1"/>
          <p:nvPr/>
        </p:nvSpPr>
        <p:spPr>
          <a:xfrm>
            <a:off x="1770768" y="5466525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FA4E57-3800-9A41-84C1-3487CFE1B43B}"/>
              </a:ext>
            </a:extLst>
          </p:cNvPr>
          <p:cNvSpPr txBox="1"/>
          <p:nvPr/>
        </p:nvSpPr>
        <p:spPr>
          <a:xfrm>
            <a:off x="704976" y="543513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D426D8-C447-C642-859D-706A726FD75F}"/>
              </a:ext>
            </a:extLst>
          </p:cNvPr>
          <p:cNvSpPr txBox="1"/>
          <p:nvPr/>
        </p:nvSpPr>
        <p:spPr>
          <a:xfrm>
            <a:off x="3026508" y="543513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E33E75-44A2-F64D-B68D-8F3B337FC012}"/>
              </a:ext>
            </a:extLst>
          </p:cNvPr>
          <p:cNvSpPr txBox="1"/>
          <p:nvPr/>
        </p:nvSpPr>
        <p:spPr>
          <a:xfrm>
            <a:off x="2757075" y="591101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71E864-22B5-094C-801E-86FEE9D9E25D}"/>
              </a:ext>
            </a:extLst>
          </p:cNvPr>
          <p:cNvSpPr txBox="1"/>
          <p:nvPr/>
        </p:nvSpPr>
        <p:spPr>
          <a:xfrm>
            <a:off x="435543" y="594256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5B64D96-7DBD-DB40-853F-60DB16DAE97F}"/>
              </a:ext>
            </a:extLst>
          </p:cNvPr>
          <p:cNvCxnSpPr>
            <a:cxnSpLocks/>
            <a:stCxn id="26" idx="2"/>
            <a:endCxn id="29" idx="0"/>
          </p:cNvCxnSpPr>
          <p:nvPr/>
        </p:nvCxnSpPr>
        <p:spPr>
          <a:xfrm>
            <a:off x="1003968" y="5804464"/>
            <a:ext cx="0" cy="1381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481D737-746B-4740-9924-08AC9DFCD0E8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>
            <a:off x="3325500" y="5804464"/>
            <a:ext cx="0" cy="106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894651D-BDAA-CB4B-847E-27CA6C8D57A2}"/>
              </a:ext>
            </a:extLst>
          </p:cNvPr>
          <p:cNvSpPr txBox="1"/>
          <p:nvPr/>
        </p:nvSpPr>
        <p:spPr>
          <a:xfrm>
            <a:off x="8721899" y="359916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494AE38-347B-FB45-92D2-C20562A30599}"/>
              </a:ext>
            </a:extLst>
          </p:cNvPr>
          <p:cNvCxnSpPr>
            <a:cxnSpLocks/>
            <a:endCxn id="34" idx="0"/>
          </p:cNvCxnSpPr>
          <p:nvPr/>
        </p:nvCxnSpPr>
        <p:spPr>
          <a:xfrm flipH="1">
            <a:off x="7756700" y="404672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BC0C00E-B3EC-D44C-A76B-1E2281292A5C}"/>
              </a:ext>
            </a:extLst>
          </p:cNvPr>
          <p:cNvSpPr txBox="1"/>
          <p:nvPr/>
        </p:nvSpPr>
        <p:spPr>
          <a:xfrm>
            <a:off x="7457708" y="450514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A24C63B-4728-FB4C-AD69-94E0B527A793}"/>
              </a:ext>
            </a:extLst>
          </p:cNvPr>
          <p:cNvCxnSpPr>
            <a:cxnSpLocks/>
          </p:cNvCxnSpPr>
          <p:nvPr/>
        </p:nvCxnSpPr>
        <p:spPr>
          <a:xfrm>
            <a:off x="8981073" y="404672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8A82912-235D-F149-9061-EEEB5FE782B2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8981073" y="404672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E4D3550-2066-7047-99CC-6E633FF20E96}"/>
              </a:ext>
            </a:extLst>
          </p:cNvPr>
          <p:cNvSpPr txBox="1"/>
          <p:nvPr/>
        </p:nvSpPr>
        <p:spPr>
          <a:xfrm>
            <a:off x="8481898" y="4555753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1363E2-B1B9-7345-A762-D88FF62FDAF4}"/>
              </a:ext>
            </a:extLst>
          </p:cNvPr>
          <p:cNvSpPr txBox="1"/>
          <p:nvPr/>
        </p:nvSpPr>
        <p:spPr>
          <a:xfrm>
            <a:off x="9779240" y="450514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73533F-3FC1-9647-B18D-C47D25947ABF}"/>
              </a:ext>
            </a:extLst>
          </p:cNvPr>
          <p:cNvSpPr txBox="1"/>
          <p:nvPr/>
        </p:nvSpPr>
        <p:spPr>
          <a:xfrm>
            <a:off x="7172331" y="5312439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02888FB-F383-E14B-B6AF-E22F4852C47A}"/>
              </a:ext>
            </a:extLst>
          </p:cNvPr>
          <p:cNvCxnSpPr>
            <a:cxnSpLocks/>
          </p:cNvCxnSpPr>
          <p:nvPr/>
        </p:nvCxnSpPr>
        <p:spPr>
          <a:xfrm>
            <a:off x="7720911" y="484403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A494428-D263-504F-A0F0-396F28368D6D}"/>
              </a:ext>
            </a:extLst>
          </p:cNvPr>
          <p:cNvCxnSpPr>
            <a:cxnSpLocks/>
          </p:cNvCxnSpPr>
          <p:nvPr/>
        </p:nvCxnSpPr>
        <p:spPr>
          <a:xfrm flipH="1">
            <a:off x="8886498" y="4905611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DB3F067-A772-4F4E-AB9F-1EA2B87917CB}"/>
              </a:ext>
            </a:extLst>
          </p:cNvPr>
          <p:cNvCxnSpPr>
            <a:cxnSpLocks/>
          </p:cNvCxnSpPr>
          <p:nvPr/>
        </p:nvCxnSpPr>
        <p:spPr>
          <a:xfrm>
            <a:off x="10110871" y="4905611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AB66872-BB31-3641-A31A-0D0F5553F07F}"/>
              </a:ext>
            </a:extLst>
          </p:cNvPr>
          <p:cNvCxnSpPr>
            <a:cxnSpLocks/>
          </p:cNvCxnSpPr>
          <p:nvPr/>
        </p:nvCxnSpPr>
        <p:spPr>
          <a:xfrm>
            <a:off x="10110871" y="4905611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91AEAF9-1508-724D-B536-FF3D64495E94}"/>
              </a:ext>
            </a:extLst>
          </p:cNvPr>
          <p:cNvSpPr txBox="1"/>
          <p:nvPr/>
        </p:nvSpPr>
        <p:spPr>
          <a:xfrm>
            <a:off x="9653298" y="5372713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E0DF7F4-EFC0-A741-A375-A31613EF51FA}"/>
              </a:ext>
            </a:extLst>
          </p:cNvPr>
          <p:cNvSpPr txBox="1"/>
          <p:nvPr/>
        </p:nvSpPr>
        <p:spPr>
          <a:xfrm>
            <a:off x="8587506" y="5341320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CA120C3-2BA8-9B47-9904-9EF7C76454E4}"/>
              </a:ext>
            </a:extLst>
          </p:cNvPr>
          <p:cNvSpPr txBox="1"/>
          <p:nvPr/>
        </p:nvSpPr>
        <p:spPr>
          <a:xfrm>
            <a:off x="10909038" y="5341320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0EA284-20CC-A440-8849-20319D64DFFE}"/>
              </a:ext>
            </a:extLst>
          </p:cNvPr>
          <p:cNvSpPr txBox="1"/>
          <p:nvPr/>
        </p:nvSpPr>
        <p:spPr>
          <a:xfrm>
            <a:off x="10639605" y="5817206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85D842-98AA-1C4A-AD3A-2E68F087D105}"/>
              </a:ext>
            </a:extLst>
          </p:cNvPr>
          <p:cNvSpPr txBox="1"/>
          <p:nvPr/>
        </p:nvSpPr>
        <p:spPr>
          <a:xfrm>
            <a:off x="8318073" y="5848756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31409B5-1B0D-2849-A0BB-B1505DF341B5}"/>
              </a:ext>
            </a:extLst>
          </p:cNvPr>
          <p:cNvCxnSpPr>
            <a:cxnSpLocks/>
            <a:stCxn id="45" idx="2"/>
            <a:endCxn id="48" idx="0"/>
          </p:cNvCxnSpPr>
          <p:nvPr/>
        </p:nvCxnSpPr>
        <p:spPr>
          <a:xfrm>
            <a:off x="8886498" y="5710652"/>
            <a:ext cx="0" cy="1381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9F327D7-B2FB-E745-B67B-655E6B1E466F}"/>
              </a:ext>
            </a:extLst>
          </p:cNvPr>
          <p:cNvCxnSpPr>
            <a:cxnSpLocks/>
            <a:stCxn id="46" idx="2"/>
            <a:endCxn id="47" idx="0"/>
          </p:cNvCxnSpPr>
          <p:nvPr/>
        </p:nvCxnSpPr>
        <p:spPr>
          <a:xfrm>
            <a:off x="11208030" y="5710652"/>
            <a:ext cx="0" cy="106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EFBBB9C6-D6F4-834B-A4E7-0BEF5ADBE87C}"/>
              </a:ext>
            </a:extLst>
          </p:cNvPr>
          <p:cNvSpPr txBox="1">
            <a:spLocks/>
          </p:cNvSpPr>
          <p:nvPr/>
        </p:nvSpPr>
        <p:spPr>
          <a:xfrm>
            <a:off x="7893805" y="1036315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38BB4F-B937-9446-973D-4AC994C150C3}"/>
              </a:ext>
            </a:extLst>
          </p:cNvPr>
          <p:cNvSpPr txBox="1"/>
          <p:nvPr/>
        </p:nvSpPr>
        <p:spPr>
          <a:xfrm>
            <a:off x="4869873" y="3092731"/>
            <a:ext cx="2546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Evaluations are different!</a:t>
            </a:r>
          </a:p>
        </p:txBody>
      </p:sp>
    </p:spTree>
    <p:extLst>
      <p:ext uri="{BB962C8B-B14F-4D97-AF65-F5344CB8AC3E}">
        <p14:creationId xmlns:p14="http://schemas.microsoft.com/office/powerpoint/2010/main" val="963088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1326</Words>
  <Application>Microsoft Office PowerPoint</Application>
  <PresentationFormat>Widescreen</PresentationFormat>
  <Paragraphs>523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Aptos Display</vt:lpstr>
      <vt:lpstr>Arial</vt:lpstr>
      <vt:lpstr>Courier</vt:lpstr>
      <vt:lpstr>Office Theme</vt:lpstr>
      <vt:lpstr>Quiz-06-AMBIG-PREC</vt:lpstr>
      <vt:lpstr>Quiz Q1:</vt:lpstr>
      <vt:lpstr>Quiz Q2:</vt:lpstr>
      <vt:lpstr>Quiz Q3:</vt:lpstr>
      <vt:lpstr>Quiz</vt:lpstr>
      <vt:lpstr>Quiz</vt:lpstr>
      <vt:lpstr>Quiz</vt:lpstr>
      <vt:lpstr>Quiz</vt:lpstr>
      <vt:lpstr>Quiz</vt:lpstr>
      <vt:lpstr>Quiz</vt:lpstr>
      <vt:lpstr>Quiz</vt:lpstr>
      <vt:lpstr>Quiz</vt:lpstr>
      <vt:lpstr>Quiz Q4:</vt:lpstr>
      <vt:lpstr>Quiz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Quiz Q5:</vt:lpstr>
      <vt:lpstr>Post order traversal</vt:lpstr>
      <vt:lpstr>Post order traversal</vt:lpstr>
      <vt:lpstr>Post order traversal</vt:lpstr>
      <vt:lpstr>Evaluating a parse tree</vt:lpstr>
      <vt:lpstr>Evaluating a parse tree</vt:lpstr>
      <vt:lpstr>Evaluating a parse tree</vt:lpstr>
      <vt:lpstr>Avoiding Ambiguity</vt:lpstr>
      <vt:lpstr>Quiz Q6:</vt:lpstr>
      <vt:lpstr>Ambiguous grammars</vt:lpstr>
      <vt:lpstr>Ambiguous grammars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Marcelo Siero</dc:creator>
  <cp:lastModifiedBy>Marcelo Siero</cp:lastModifiedBy>
  <cp:revision>4</cp:revision>
  <dcterms:created xsi:type="dcterms:W3CDTF">2025-03-30T04:44:15Z</dcterms:created>
  <dcterms:modified xsi:type="dcterms:W3CDTF">2026-02-02T10:18:50Z</dcterms:modified>
</cp:coreProperties>
</file>