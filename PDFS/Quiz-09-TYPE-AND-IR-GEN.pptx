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1514" r:id="rId2"/>
    <p:sldId id="1895" r:id="rId3"/>
    <p:sldId id="1699" r:id="rId4"/>
    <p:sldId id="1700" r:id="rId5"/>
    <p:sldId id="1701" r:id="rId6"/>
    <p:sldId id="1702" r:id="rId7"/>
    <p:sldId id="1898" r:id="rId8"/>
    <p:sldId id="1703" r:id="rId9"/>
    <p:sldId id="1896" r:id="rId10"/>
    <p:sldId id="1897" r:id="rId11"/>
    <p:sldId id="260" r:id="rId12"/>
    <p:sldId id="261" r:id="rId13"/>
    <p:sldId id="26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ED7D31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6" autoAdjust="0"/>
    <p:restoredTop sz="96405"/>
  </p:normalViewPr>
  <p:slideViewPr>
    <p:cSldViewPr snapToGrid="0" snapToObjects="1">
      <p:cViewPr varScale="1">
        <p:scale>
          <a:sx n="66" d="100"/>
          <a:sy n="66" d="100"/>
        </p:scale>
        <p:origin x="84" y="7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6A6930-6FE4-5249-A389-5C34F8D02512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17B7F8-0CD4-BB49-9045-2C974462F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789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A43C2-07A5-BB44-9F43-B20E7E5312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41C6CB-5CAA-DD48-BDA4-0592D5FF8B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62CB0-8583-4540-BE1C-F84CB375F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B2658-7209-954E-8DDF-07C641D90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D4973-44DE-7342-BA01-547EED31C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4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78217-0850-FA42-8B72-F673F24DE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12092-A792-584F-8A1C-32C031603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86E26-FE36-7B4D-AAF5-904CF3BBD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9D109-2568-4B4F-B7F4-2C7AD017C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AD3A7-3697-7C4A-A781-66DD5DCCA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199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C555C-64CB-F548-ABB6-4B463934B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C269A-28B6-FB43-BB47-BA94CF3328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521C4-BC30-3646-824D-F119E616E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D182C-D8EA-B948-8737-5A6BD5B4D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787B1-6592-9044-9667-44816CAAB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850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5A981-5F59-8940-A2F7-8CE7EAE34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DAABA-0EEF-254E-B417-1B2EB27435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196200-086D-EA44-85BA-8D8F7BA4D8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8D651E-2A31-AF4F-8A27-A2301E38A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1ED8DF-7DBC-294E-82B1-18236111A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DE2C9E-91E9-FD42-9F13-932CADEBD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756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92995-0013-6F49-9741-2EA0BF408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B6D280-4929-384B-8615-167612096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029458-FF2B-1440-8335-632CAA842D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9CA800-81C1-B646-A953-E8DBE47BC9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CCEC6B-205E-0B45-A0F3-6C8FCEE9A1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71920B-F361-C64F-BB0E-35F2D2CBB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D44ECE-207A-FA4C-9475-C03DC72DF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C1820C-AD96-D443-8AA8-5641E0380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531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F0FFF-6ED0-6243-A2AE-B253809A0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F091E3-DFC5-0540-9C75-225956946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BC49A3-0384-754C-BED0-DC0D47B42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2BA99-1D12-C64F-996A-85628BB3E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583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36606B-79E4-A34B-BE97-997D9D758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9557CB-8103-3B41-A940-4FD4799A3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919D0-3FCE-CF4E-9D34-9E0CD3DF7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983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4B636-4EDD-7341-9B7D-17AAD47C6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F0136-D7DD-1044-B848-27E313D5A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7DAE57-151C-234A-AA03-81AA7510BB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5ED6AC-BAC0-EB4C-9277-A63F66607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45925-827B-DA4D-8CDF-AC1503BA2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854FF9-5EE1-A94C-9742-0AC2B9C34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753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2B654-18D6-F84E-B59E-E18CBEE4C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6D7EFC-4004-0145-A2F9-E508D0958C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5815D9-4FFF-1643-9F8A-2708D6AAAC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5662FC-F0E3-2D4D-B116-98471B67E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612221-F75B-BA43-B4BA-28655085A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FC9E1C-49AC-D74C-B71C-A5DC2EB02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075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7DDD4-B6A1-124E-97F1-BA8418676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FEE7DE-9595-5745-A856-48AB8F5B52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F81CC-8DBA-1342-88D3-380AA2B30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FA341-EA27-6943-B20F-AFA538A66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3FE79-E424-E945-ADDC-83D446C52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236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48F054-886E-8B44-8EBE-87FBB61503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BA284C-386A-6C4E-9A40-04DA68EFB5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8CBE6-4A2A-6549-898B-B2545B837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ED32C-794E-1143-802D-3AD6C9B71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FF59B-F6CF-464E-93D4-AA7B3EE8C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127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6F7A43-3B09-424D-B3CE-5FDEDAF2A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7A7AA5-45BE-FB42-A660-04610BF85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CA802-9596-D94B-AF54-17577EF831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4CE19A-8503-7843-8A88-9F39D8324431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50162-12AB-E644-9FE6-953D584338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DB02E1-3BE0-DA47-8CDF-D1AE848A25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778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A0000-B9F9-C658-A156-0886E8E7C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7525" y="2094295"/>
            <a:ext cx="6475358" cy="1325563"/>
          </a:xfrm>
        </p:spPr>
        <p:txBody>
          <a:bodyPr/>
          <a:lstStyle/>
          <a:p>
            <a:r>
              <a:rPr lang="en-US" dirty="0"/>
              <a:t>QUIZ-09-TYPE-AND-IR-GEN</a:t>
            </a:r>
          </a:p>
        </p:txBody>
      </p:sp>
    </p:spTree>
    <p:extLst>
      <p:ext uri="{BB962C8B-B14F-4D97-AF65-F5344CB8AC3E}">
        <p14:creationId xmlns:p14="http://schemas.microsoft.com/office/powerpoint/2010/main" val="4167182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12277-D46D-4191-B5B3-C708CFF69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00C5B7-5A2C-D6C0-5BA0-942C5A087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369687"/>
            <a:ext cx="7772400" cy="211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622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81285-7642-874C-8329-7DEBBD8C5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8C7DF00-9A7A-1D46-8B39-9EA0F57C09E7}"/>
              </a:ext>
            </a:extLst>
          </p:cNvPr>
          <p:cNvSpPr/>
          <p:nvPr/>
        </p:nvSpPr>
        <p:spPr>
          <a:xfrm>
            <a:off x="3348228" y="2697480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C769D8E-3C2D-EF4D-8C06-35F8FB61ABE0}"/>
              </a:ext>
            </a:extLst>
          </p:cNvPr>
          <p:cNvSpPr/>
          <p:nvPr/>
        </p:nvSpPr>
        <p:spPr>
          <a:xfrm>
            <a:off x="1441704" y="4028884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1AE1514-5BE4-8343-9E3A-446AD11547E8}"/>
              </a:ext>
            </a:extLst>
          </p:cNvPr>
          <p:cNvSpPr/>
          <p:nvPr/>
        </p:nvSpPr>
        <p:spPr>
          <a:xfrm>
            <a:off x="4920996" y="4028884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60BE3E-FED9-7046-A17E-3A7C17D0ADC9}"/>
              </a:ext>
            </a:extLst>
          </p:cNvPr>
          <p:cNvCxnSpPr>
            <a:stCxn id="4" idx="3"/>
            <a:endCxn id="5" idx="7"/>
          </p:cNvCxnSpPr>
          <p:nvPr/>
        </p:nvCxnSpPr>
        <p:spPr>
          <a:xfrm flipH="1">
            <a:off x="2105120" y="3360896"/>
            <a:ext cx="1356932" cy="7818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D6B3B1-486D-AF45-8E6A-5422A1143E4F}"/>
              </a:ext>
            </a:extLst>
          </p:cNvPr>
          <p:cNvCxnSpPr>
            <a:cxnSpLocks/>
            <a:stCxn id="4" idx="5"/>
            <a:endCxn id="6" idx="0"/>
          </p:cNvCxnSpPr>
          <p:nvPr/>
        </p:nvCxnSpPr>
        <p:spPr>
          <a:xfrm>
            <a:off x="4011644" y="3360896"/>
            <a:ext cx="1297972" cy="6679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B1FEA0E-B4F8-5E41-9E14-1442BA94754B}"/>
              </a:ext>
            </a:extLst>
          </p:cNvPr>
          <p:cNvCxnSpPr>
            <a:cxnSpLocks/>
          </p:cNvCxnSpPr>
          <p:nvPr/>
        </p:nvCxnSpPr>
        <p:spPr>
          <a:xfrm flipH="1">
            <a:off x="3748278" y="2127314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075B15B-EAB4-374A-89FD-D3BCA35EA211}"/>
              </a:ext>
            </a:extLst>
          </p:cNvPr>
          <p:cNvCxnSpPr>
            <a:cxnSpLocks/>
          </p:cNvCxnSpPr>
          <p:nvPr/>
        </p:nvCxnSpPr>
        <p:spPr>
          <a:xfrm flipH="1">
            <a:off x="1724406" y="4806124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91835A3-0E03-6A4F-88CA-123218694B48}"/>
              </a:ext>
            </a:extLst>
          </p:cNvPr>
          <p:cNvSpPr txBox="1"/>
          <p:nvPr/>
        </p:nvSpPr>
        <p:spPr>
          <a:xfrm>
            <a:off x="6096000" y="1355003"/>
            <a:ext cx="3591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is the in order traversal order?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D30B276-75BF-D249-A92B-DA8B4EA62927}"/>
              </a:ext>
            </a:extLst>
          </p:cNvPr>
          <p:cNvCxnSpPr>
            <a:cxnSpLocks/>
          </p:cNvCxnSpPr>
          <p:nvPr/>
        </p:nvCxnSpPr>
        <p:spPr>
          <a:xfrm flipH="1">
            <a:off x="4276446" y="4714487"/>
            <a:ext cx="768368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8ED4FB3-F9AE-8A4F-B62F-BCF94D181826}"/>
              </a:ext>
            </a:extLst>
          </p:cNvPr>
          <p:cNvCxnSpPr>
            <a:cxnSpLocks/>
          </p:cNvCxnSpPr>
          <p:nvPr/>
        </p:nvCxnSpPr>
        <p:spPr>
          <a:xfrm>
            <a:off x="5584412" y="4692300"/>
            <a:ext cx="758374" cy="5763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1C189C4D-1B90-F34F-8932-A0E87C9AF3DD}"/>
              </a:ext>
            </a:extLst>
          </p:cNvPr>
          <p:cNvSpPr/>
          <p:nvPr/>
        </p:nvSpPr>
        <p:spPr>
          <a:xfrm>
            <a:off x="3748278" y="5310472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EEF1F0C-576B-1F44-A20E-74EF9C41E46B}"/>
              </a:ext>
            </a:extLst>
          </p:cNvPr>
          <p:cNvSpPr/>
          <p:nvPr/>
        </p:nvSpPr>
        <p:spPr>
          <a:xfrm>
            <a:off x="6228962" y="5268651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285484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81285-7642-874C-8329-7DEBBD8C5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8C7DF00-9A7A-1D46-8B39-9EA0F57C09E7}"/>
              </a:ext>
            </a:extLst>
          </p:cNvPr>
          <p:cNvSpPr/>
          <p:nvPr/>
        </p:nvSpPr>
        <p:spPr>
          <a:xfrm>
            <a:off x="3348228" y="2697480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C769D8E-3C2D-EF4D-8C06-35F8FB61ABE0}"/>
              </a:ext>
            </a:extLst>
          </p:cNvPr>
          <p:cNvSpPr/>
          <p:nvPr/>
        </p:nvSpPr>
        <p:spPr>
          <a:xfrm>
            <a:off x="1441704" y="4028884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1AE1514-5BE4-8343-9E3A-446AD11547E8}"/>
              </a:ext>
            </a:extLst>
          </p:cNvPr>
          <p:cNvSpPr/>
          <p:nvPr/>
        </p:nvSpPr>
        <p:spPr>
          <a:xfrm>
            <a:off x="4920996" y="4028884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60BE3E-FED9-7046-A17E-3A7C17D0ADC9}"/>
              </a:ext>
            </a:extLst>
          </p:cNvPr>
          <p:cNvCxnSpPr>
            <a:stCxn id="4" idx="3"/>
            <a:endCxn id="5" idx="7"/>
          </p:cNvCxnSpPr>
          <p:nvPr/>
        </p:nvCxnSpPr>
        <p:spPr>
          <a:xfrm flipH="1">
            <a:off x="2105120" y="3360896"/>
            <a:ext cx="1356932" cy="7818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D6B3B1-486D-AF45-8E6A-5422A1143E4F}"/>
              </a:ext>
            </a:extLst>
          </p:cNvPr>
          <p:cNvCxnSpPr>
            <a:cxnSpLocks/>
            <a:stCxn id="4" idx="5"/>
            <a:endCxn id="6" idx="0"/>
          </p:cNvCxnSpPr>
          <p:nvPr/>
        </p:nvCxnSpPr>
        <p:spPr>
          <a:xfrm>
            <a:off x="4011644" y="3360896"/>
            <a:ext cx="1297972" cy="6679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B1FEA0E-B4F8-5E41-9E14-1442BA94754B}"/>
              </a:ext>
            </a:extLst>
          </p:cNvPr>
          <p:cNvCxnSpPr>
            <a:cxnSpLocks/>
          </p:cNvCxnSpPr>
          <p:nvPr/>
        </p:nvCxnSpPr>
        <p:spPr>
          <a:xfrm flipH="1">
            <a:off x="3748278" y="2127314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075B15B-EAB4-374A-89FD-D3BCA35EA211}"/>
              </a:ext>
            </a:extLst>
          </p:cNvPr>
          <p:cNvCxnSpPr>
            <a:cxnSpLocks/>
          </p:cNvCxnSpPr>
          <p:nvPr/>
        </p:nvCxnSpPr>
        <p:spPr>
          <a:xfrm flipH="1">
            <a:off x="1724406" y="4806124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4E6CA10-8E58-A848-9772-4BD4614237F7}"/>
              </a:ext>
            </a:extLst>
          </p:cNvPr>
          <p:cNvCxnSpPr>
            <a:cxnSpLocks/>
          </p:cNvCxnSpPr>
          <p:nvPr/>
        </p:nvCxnSpPr>
        <p:spPr>
          <a:xfrm flipH="1">
            <a:off x="4276446" y="4714487"/>
            <a:ext cx="768368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91835A3-0E03-6A4F-88CA-123218694B48}"/>
              </a:ext>
            </a:extLst>
          </p:cNvPr>
          <p:cNvSpPr txBox="1"/>
          <p:nvPr/>
        </p:nvSpPr>
        <p:spPr>
          <a:xfrm>
            <a:off x="6096000" y="1355003"/>
            <a:ext cx="3591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is the in order traversal order?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F6DFA7-D30C-BF4B-A664-59DDDFC08415}"/>
              </a:ext>
            </a:extLst>
          </p:cNvPr>
          <p:cNvSpPr txBox="1"/>
          <p:nvPr/>
        </p:nvSpPr>
        <p:spPr>
          <a:xfrm>
            <a:off x="6095999" y="2035064"/>
            <a:ext cx="3718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this was an AST for: “2 + (3.0 + 5.0)”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BC1FC2-4379-4040-8233-400D72E6C202}"/>
              </a:ext>
            </a:extLst>
          </p:cNvPr>
          <p:cNvSpPr txBox="1"/>
          <p:nvPr/>
        </p:nvSpPr>
        <p:spPr>
          <a:xfrm>
            <a:off x="2046514" y="4981303"/>
            <a:ext cx="1242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AST&lt;2, int&gt;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1CE0DA-C177-9347-A8D8-95A33049CE5D}"/>
              </a:ext>
            </a:extLst>
          </p:cNvPr>
          <p:cNvSpPr txBox="1"/>
          <p:nvPr/>
        </p:nvSpPr>
        <p:spPr>
          <a:xfrm>
            <a:off x="6137324" y="4268939"/>
            <a:ext cx="1421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AST&lt;+, float&gt;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4ECB268-D135-FE42-B8E0-DC057281E41D}"/>
              </a:ext>
            </a:extLst>
          </p:cNvPr>
          <p:cNvCxnSpPr>
            <a:cxnSpLocks/>
            <a:stCxn id="6" idx="5"/>
          </p:cNvCxnSpPr>
          <p:nvPr/>
        </p:nvCxnSpPr>
        <p:spPr>
          <a:xfrm>
            <a:off x="5584412" y="4692300"/>
            <a:ext cx="758374" cy="5763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14473F1F-8EBA-7D4B-AD19-8D30C2EAD6F7}"/>
              </a:ext>
            </a:extLst>
          </p:cNvPr>
          <p:cNvSpPr/>
          <p:nvPr/>
        </p:nvSpPr>
        <p:spPr>
          <a:xfrm>
            <a:off x="3748278" y="5310472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2F23EF1-6763-AA4D-9F8D-E4399FA46F19}"/>
              </a:ext>
            </a:extLst>
          </p:cNvPr>
          <p:cNvSpPr/>
          <p:nvPr/>
        </p:nvSpPr>
        <p:spPr>
          <a:xfrm>
            <a:off x="6228962" y="5268651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959A66-3B54-3645-B42D-C14D91DB05F3}"/>
              </a:ext>
            </a:extLst>
          </p:cNvPr>
          <p:cNvSpPr txBox="1"/>
          <p:nvPr/>
        </p:nvSpPr>
        <p:spPr>
          <a:xfrm>
            <a:off x="3446812" y="6230115"/>
            <a:ext cx="1598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AST&lt;3.0, float&gt;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5C8D8C-F285-1A49-B1EA-E379F7AF8B1C}"/>
              </a:ext>
            </a:extLst>
          </p:cNvPr>
          <p:cNvSpPr txBox="1"/>
          <p:nvPr/>
        </p:nvSpPr>
        <p:spPr>
          <a:xfrm>
            <a:off x="6686513" y="6087712"/>
            <a:ext cx="1598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AST&lt;5.0, float&gt;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06A0D3F-1A6E-7B4F-BE53-59A65B0340EB}"/>
              </a:ext>
            </a:extLst>
          </p:cNvPr>
          <p:cNvSpPr txBox="1"/>
          <p:nvPr/>
        </p:nvSpPr>
        <p:spPr>
          <a:xfrm>
            <a:off x="4095144" y="2376291"/>
            <a:ext cx="1421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AST&lt;+, float&gt;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3B6C05-93E6-FB40-A89D-1CB3AFDADE25}"/>
              </a:ext>
            </a:extLst>
          </p:cNvPr>
          <p:cNvSpPr txBox="1"/>
          <p:nvPr/>
        </p:nvSpPr>
        <p:spPr>
          <a:xfrm>
            <a:off x="4413655" y="2849161"/>
            <a:ext cx="3099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we cannot evaluate 2 before 4!</a:t>
            </a:r>
          </a:p>
        </p:txBody>
      </p:sp>
    </p:spTree>
    <p:extLst>
      <p:ext uri="{BB962C8B-B14F-4D97-AF65-F5344CB8AC3E}">
        <p14:creationId xmlns:p14="http://schemas.microsoft.com/office/powerpoint/2010/main" val="3425111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81285-7642-874C-8329-7DEBBD8C5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8C7DF00-9A7A-1D46-8B39-9EA0F57C09E7}"/>
              </a:ext>
            </a:extLst>
          </p:cNvPr>
          <p:cNvSpPr/>
          <p:nvPr/>
        </p:nvSpPr>
        <p:spPr>
          <a:xfrm>
            <a:off x="3348228" y="2697480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C769D8E-3C2D-EF4D-8C06-35F8FB61ABE0}"/>
              </a:ext>
            </a:extLst>
          </p:cNvPr>
          <p:cNvSpPr/>
          <p:nvPr/>
        </p:nvSpPr>
        <p:spPr>
          <a:xfrm>
            <a:off x="1441704" y="4028884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1AE1514-5BE4-8343-9E3A-446AD11547E8}"/>
              </a:ext>
            </a:extLst>
          </p:cNvPr>
          <p:cNvSpPr/>
          <p:nvPr/>
        </p:nvSpPr>
        <p:spPr>
          <a:xfrm>
            <a:off x="4920996" y="4028884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60BE3E-FED9-7046-A17E-3A7C17D0ADC9}"/>
              </a:ext>
            </a:extLst>
          </p:cNvPr>
          <p:cNvCxnSpPr>
            <a:stCxn id="4" idx="3"/>
            <a:endCxn id="5" idx="7"/>
          </p:cNvCxnSpPr>
          <p:nvPr/>
        </p:nvCxnSpPr>
        <p:spPr>
          <a:xfrm flipH="1">
            <a:off x="2105120" y="3360896"/>
            <a:ext cx="1356932" cy="7818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D6B3B1-486D-AF45-8E6A-5422A1143E4F}"/>
              </a:ext>
            </a:extLst>
          </p:cNvPr>
          <p:cNvCxnSpPr>
            <a:cxnSpLocks/>
            <a:stCxn id="4" idx="5"/>
            <a:endCxn id="6" idx="0"/>
          </p:cNvCxnSpPr>
          <p:nvPr/>
        </p:nvCxnSpPr>
        <p:spPr>
          <a:xfrm>
            <a:off x="4011644" y="3360896"/>
            <a:ext cx="1297972" cy="6679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B1FEA0E-B4F8-5E41-9E14-1442BA94754B}"/>
              </a:ext>
            </a:extLst>
          </p:cNvPr>
          <p:cNvCxnSpPr>
            <a:cxnSpLocks/>
          </p:cNvCxnSpPr>
          <p:nvPr/>
        </p:nvCxnSpPr>
        <p:spPr>
          <a:xfrm flipH="1">
            <a:off x="3748278" y="2127314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075B15B-EAB4-374A-89FD-D3BCA35EA211}"/>
              </a:ext>
            </a:extLst>
          </p:cNvPr>
          <p:cNvCxnSpPr>
            <a:cxnSpLocks/>
          </p:cNvCxnSpPr>
          <p:nvPr/>
        </p:nvCxnSpPr>
        <p:spPr>
          <a:xfrm flipH="1">
            <a:off x="1724406" y="4806124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4E6CA10-8E58-A848-9772-4BD4614237F7}"/>
              </a:ext>
            </a:extLst>
          </p:cNvPr>
          <p:cNvCxnSpPr>
            <a:cxnSpLocks/>
          </p:cNvCxnSpPr>
          <p:nvPr/>
        </p:nvCxnSpPr>
        <p:spPr>
          <a:xfrm flipH="1">
            <a:off x="4276446" y="4714487"/>
            <a:ext cx="768368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91835A3-0E03-6A4F-88CA-123218694B48}"/>
              </a:ext>
            </a:extLst>
          </p:cNvPr>
          <p:cNvSpPr txBox="1"/>
          <p:nvPr/>
        </p:nvSpPr>
        <p:spPr>
          <a:xfrm>
            <a:off x="6096000" y="1355003"/>
            <a:ext cx="3918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What is the post order traversal order?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F6DFA7-D30C-BF4B-A664-59DDDFC08415}"/>
              </a:ext>
            </a:extLst>
          </p:cNvPr>
          <p:cNvSpPr txBox="1"/>
          <p:nvPr/>
        </p:nvSpPr>
        <p:spPr>
          <a:xfrm>
            <a:off x="6095999" y="2035064"/>
            <a:ext cx="3718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this was an AST for: “2 + (3.0 + 5.0)”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BC1FC2-4379-4040-8233-400D72E6C202}"/>
              </a:ext>
            </a:extLst>
          </p:cNvPr>
          <p:cNvSpPr txBox="1"/>
          <p:nvPr/>
        </p:nvSpPr>
        <p:spPr>
          <a:xfrm>
            <a:off x="2046514" y="4981303"/>
            <a:ext cx="1242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AST&lt;2, int&gt;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1CE0DA-C177-9347-A8D8-95A33049CE5D}"/>
              </a:ext>
            </a:extLst>
          </p:cNvPr>
          <p:cNvSpPr txBox="1"/>
          <p:nvPr/>
        </p:nvSpPr>
        <p:spPr>
          <a:xfrm>
            <a:off x="6137324" y="4268939"/>
            <a:ext cx="1098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AST&lt;+, ?&gt;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4ECB268-D135-FE42-B8E0-DC057281E41D}"/>
              </a:ext>
            </a:extLst>
          </p:cNvPr>
          <p:cNvCxnSpPr>
            <a:cxnSpLocks/>
            <a:stCxn id="6" idx="5"/>
          </p:cNvCxnSpPr>
          <p:nvPr/>
        </p:nvCxnSpPr>
        <p:spPr>
          <a:xfrm>
            <a:off x="5584412" y="4692300"/>
            <a:ext cx="758374" cy="5763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14473F1F-8EBA-7D4B-AD19-8D30C2EAD6F7}"/>
              </a:ext>
            </a:extLst>
          </p:cNvPr>
          <p:cNvSpPr/>
          <p:nvPr/>
        </p:nvSpPr>
        <p:spPr>
          <a:xfrm>
            <a:off x="3748278" y="5310472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2F23EF1-6763-AA4D-9F8D-E4399FA46F19}"/>
              </a:ext>
            </a:extLst>
          </p:cNvPr>
          <p:cNvSpPr/>
          <p:nvPr/>
        </p:nvSpPr>
        <p:spPr>
          <a:xfrm>
            <a:off x="6228962" y="5268651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959A66-3B54-3645-B42D-C14D91DB05F3}"/>
              </a:ext>
            </a:extLst>
          </p:cNvPr>
          <p:cNvSpPr txBox="1"/>
          <p:nvPr/>
        </p:nvSpPr>
        <p:spPr>
          <a:xfrm>
            <a:off x="3446812" y="6230115"/>
            <a:ext cx="1598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AST&lt;3.0, float&gt;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5C8D8C-F285-1A49-B1EA-E379F7AF8B1C}"/>
              </a:ext>
            </a:extLst>
          </p:cNvPr>
          <p:cNvSpPr txBox="1"/>
          <p:nvPr/>
        </p:nvSpPr>
        <p:spPr>
          <a:xfrm>
            <a:off x="6686513" y="6087712"/>
            <a:ext cx="1598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AST&lt;5.0, float&gt;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06A0D3F-1A6E-7B4F-BE53-59A65B0340EB}"/>
              </a:ext>
            </a:extLst>
          </p:cNvPr>
          <p:cNvSpPr txBox="1"/>
          <p:nvPr/>
        </p:nvSpPr>
        <p:spPr>
          <a:xfrm>
            <a:off x="4095144" y="2376291"/>
            <a:ext cx="1098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AST&lt;+, ?&gt;</a:t>
            </a:r>
          </a:p>
        </p:txBody>
      </p:sp>
    </p:spTree>
    <p:extLst>
      <p:ext uri="{BB962C8B-B14F-4D97-AF65-F5344CB8AC3E}">
        <p14:creationId xmlns:p14="http://schemas.microsoft.com/office/powerpoint/2010/main" val="1299123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81285-7642-874C-8329-7DEBBD8C5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8C7DF00-9A7A-1D46-8B39-9EA0F57C09E7}"/>
              </a:ext>
            </a:extLst>
          </p:cNvPr>
          <p:cNvSpPr/>
          <p:nvPr/>
        </p:nvSpPr>
        <p:spPr>
          <a:xfrm>
            <a:off x="3348228" y="2697480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C769D8E-3C2D-EF4D-8C06-35F8FB61ABE0}"/>
              </a:ext>
            </a:extLst>
          </p:cNvPr>
          <p:cNvSpPr/>
          <p:nvPr/>
        </p:nvSpPr>
        <p:spPr>
          <a:xfrm>
            <a:off x="1441704" y="4028884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1AE1514-5BE4-8343-9E3A-446AD11547E8}"/>
              </a:ext>
            </a:extLst>
          </p:cNvPr>
          <p:cNvSpPr/>
          <p:nvPr/>
        </p:nvSpPr>
        <p:spPr>
          <a:xfrm>
            <a:off x="4920996" y="4028884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60BE3E-FED9-7046-A17E-3A7C17D0ADC9}"/>
              </a:ext>
            </a:extLst>
          </p:cNvPr>
          <p:cNvCxnSpPr>
            <a:stCxn id="4" idx="3"/>
            <a:endCxn id="5" idx="7"/>
          </p:cNvCxnSpPr>
          <p:nvPr/>
        </p:nvCxnSpPr>
        <p:spPr>
          <a:xfrm flipH="1">
            <a:off x="2105120" y="3360896"/>
            <a:ext cx="1356932" cy="7818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D6B3B1-486D-AF45-8E6A-5422A1143E4F}"/>
              </a:ext>
            </a:extLst>
          </p:cNvPr>
          <p:cNvCxnSpPr>
            <a:cxnSpLocks/>
            <a:stCxn id="4" idx="5"/>
            <a:endCxn id="6" idx="0"/>
          </p:cNvCxnSpPr>
          <p:nvPr/>
        </p:nvCxnSpPr>
        <p:spPr>
          <a:xfrm>
            <a:off x="4011644" y="3360896"/>
            <a:ext cx="1297972" cy="6679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B1FEA0E-B4F8-5E41-9E14-1442BA94754B}"/>
              </a:ext>
            </a:extLst>
          </p:cNvPr>
          <p:cNvCxnSpPr>
            <a:cxnSpLocks/>
          </p:cNvCxnSpPr>
          <p:nvPr/>
        </p:nvCxnSpPr>
        <p:spPr>
          <a:xfrm flipH="1">
            <a:off x="3748278" y="2127314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075B15B-EAB4-374A-89FD-D3BCA35EA211}"/>
              </a:ext>
            </a:extLst>
          </p:cNvPr>
          <p:cNvCxnSpPr>
            <a:cxnSpLocks/>
          </p:cNvCxnSpPr>
          <p:nvPr/>
        </p:nvCxnSpPr>
        <p:spPr>
          <a:xfrm flipH="1">
            <a:off x="1724406" y="4806124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4E6CA10-8E58-A848-9772-4BD4614237F7}"/>
              </a:ext>
            </a:extLst>
          </p:cNvPr>
          <p:cNvCxnSpPr>
            <a:cxnSpLocks/>
          </p:cNvCxnSpPr>
          <p:nvPr/>
        </p:nvCxnSpPr>
        <p:spPr>
          <a:xfrm flipH="1">
            <a:off x="4276446" y="4714487"/>
            <a:ext cx="768368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91835A3-0E03-6A4F-88CA-123218694B48}"/>
              </a:ext>
            </a:extLst>
          </p:cNvPr>
          <p:cNvSpPr txBox="1"/>
          <p:nvPr/>
        </p:nvSpPr>
        <p:spPr>
          <a:xfrm>
            <a:off x="6096000" y="1355003"/>
            <a:ext cx="3918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What is the post order traversal order?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F6DFA7-D30C-BF4B-A664-59DDDFC08415}"/>
              </a:ext>
            </a:extLst>
          </p:cNvPr>
          <p:cNvSpPr txBox="1"/>
          <p:nvPr/>
        </p:nvSpPr>
        <p:spPr>
          <a:xfrm>
            <a:off x="6095999" y="2035064"/>
            <a:ext cx="3718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this was an AST for: “2 + (3.0 + 5.0)”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BC1FC2-4379-4040-8233-400D72E6C202}"/>
              </a:ext>
            </a:extLst>
          </p:cNvPr>
          <p:cNvSpPr txBox="1"/>
          <p:nvPr/>
        </p:nvSpPr>
        <p:spPr>
          <a:xfrm>
            <a:off x="2046514" y="4981303"/>
            <a:ext cx="1242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AST&lt;2, int&gt;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1CE0DA-C177-9347-A8D8-95A33049CE5D}"/>
              </a:ext>
            </a:extLst>
          </p:cNvPr>
          <p:cNvSpPr txBox="1"/>
          <p:nvPr/>
        </p:nvSpPr>
        <p:spPr>
          <a:xfrm>
            <a:off x="6137324" y="4268939"/>
            <a:ext cx="1098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AST&lt;+, ?&gt;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4ECB268-D135-FE42-B8E0-DC057281E41D}"/>
              </a:ext>
            </a:extLst>
          </p:cNvPr>
          <p:cNvCxnSpPr>
            <a:cxnSpLocks/>
            <a:stCxn id="6" idx="5"/>
          </p:cNvCxnSpPr>
          <p:nvPr/>
        </p:nvCxnSpPr>
        <p:spPr>
          <a:xfrm>
            <a:off x="5584412" y="4692300"/>
            <a:ext cx="758374" cy="5763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14473F1F-8EBA-7D4B-AD19-8D30C2EAD6F7}"/>
              </a:ext>
            </a:extLst>
          </p:cNvPr>
          <p:cNvSpPr/>
          <p:nvPr/>
        </p:nvSpPr>
        <p:spPr>
          <a:xfrm>
            <a:off x="3748278" y="5310472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2F23EF1-6763-AA4D-9F8D-E4399FA46F19}"/>
              </a:ext>
            </a:extLst>
          </p:cNvPr>
          <p:cNvSpPr/>
          <p:nvPr/>
        </p:nvSpPr>
        <p:spPr>
          <a:xfrm>
            <a:off x="6228962" y="5268651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959A66-3B54-3645-B42D-C14D91DB05F3}"/>
              </a:ext>
            </a:extLst>
          </p:cNvPr>
          <p:cNvSpPr txBox="1"/>
          <p:nvPr/>
        </p:nvSpPr>
        <p:spPr>
          <a:xfrm>
            <a:off x="3446812" y="6230115"/>
            <a:ext cx="1598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AST&lt;3.0, float&gt;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5C8D8C-F285-1A49-B1EA-E379F7AF8B1C}"/>
              </a:ext>
            </a:extLst>
          </p:cNvPr>
          <p:cNvSpPr txBox="1"/>
          <p:nvPr/>
        </p:nvSpPr>
        <p:spPr>
          <a:xfrm>
            <a:off x="6686513" y="6087712"/>
            <a:ext cx="1598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AST&lt;5.0, float&gt;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06A0D3F-1A6E-7B4F-BE53-59A65B0340EB}"/>
              </a:ext>
            </a:extLst>
          </p:cNvPr>
          <p:cNvSpPr txBox="1"/>
          <p:nvPr/>
        </p:nvSpPr>
        <p:spPr>
          <a:xfrm>
            <a:off x="4095144" y="2376291"/>
            <a:ext cx="1098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AST&lt;+, ?&gt;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2669A4-96E0-9745-A8A7-DDECCE3B25DC}"/>
              </a:ext>
            </a:extLst>
          </p:cNvPr>
          <p:cNvSpPr txBox="1"/>
          <p:nvPr/>
        </p:nvSpPr>
        <p:spPr>
          <a:xfrm>
            <a:off x="7485514" y="3377286"/>
            <a:ext cx="31003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Now we can do type inference</a:t>
            </a:r>
          </a:p>
          <a:p>
            <a:r>
              <a:rPr lang="en-US" i="1" dirty="0"/>
              <a:t>  via table lookup given that we</a:t>
            </a:r>
          </a:p>
          <a:p>
            <a:r>
              <a:rPr lang="en-US" i="1" dirty="0"/>
              <a:t>  know the type of the children.</a:t>
            </a:r>
          </a:p>
        </p:txBody>
      </p:sp>
    </p:spTree>
    <p:extLst>
      <p:ext uri="{BB962C8B-B14F-4D97-AF65-F5344CB8AC3E}">
        <p14:creationId xmlns:p14="http://schemas.microsoft.com/office/powerpoint/2010/main" val="2253430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BDBF5-1A25-5D6A-D50F-AD542C4F4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ADF12-C4C7-810D-C694-73F351A75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02FC195-4535-2FC8-5022-8E83967462E1}"/>
              </a:ext>
            </a:extLst>
          </p:cNvPr>
          <p:cNvSpPr/>
          <p:nvPr/>
        </p:nvSpPr>
        <p:spPr>
          <a:xfrm>
            <a:off x="3348228" y="2697480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F8242CA-EF73-8970-EAE5-A5D89F474929}"/>
              </a:ext>
            </a:extLst>
          </p:cNvPr>
          <p:cNvSpPr/>
          <p:nvPr/>
        </p:nvSpPr>
        <p:spPr>
          <a:xfrm>
            <a:off x="1441704" y="4028884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038A8BD-D567-4179-9B97-9E4AD4F3C07F}"/>
              </a:ext>
            </a:extLst>
          </p:cNvPr>
          <p:cNvSpPr/>
          <p:nvPr/>
        </p:nvSpPr>
        <p:spPr>
          <a:xfrm>
            <a:off x="4920996" y="4028884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CAE859-79F0-36E0-7017-19B61307EECA}"/>
              </a:ext>
            </a:extLst>
          </p:cNvPr>
          <p:cNvCxnSpPr>
            <a:stCxn id="4" idx="3"/>
            <a:endCxn id="5" idx="7"/>
          </p:cNvCxnSpPr>
          <p:nvPr/>
        </p:nvCxnSpPr>
        <p:spPr>
          <a:xfrm flipH="1">
            <a:off x="2105120" y="3360896"/>
            <a:ext cx="1356932" cy="7818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91E28EC-D67E-A839-740F-5C55180AC99A}"/>
              </a:ext>
            </a:extLst>
          </p:cNvPr>
          <p:cNvCxnSpPr>
            <a:cxnSpLocks/>
            <a:stCxn id="4" idx="5"/>
            <a:endCxn id="6" idx="0"/>
          </p:cNvCxnSpPr>
          <p:nvPr/>
        </p:nvCxnSpPr>
        <p:spPr>
          <a:xfrm>
            <a:off x="4011644" y="3360896"/>
            <a:ext cx="1297972" cy="6679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D78BF13-30AD-1962-3F3D-0207332F7FE2}"/>
              </a:ext>
            </a:extLst>
          </p:cNvPr>
          <p:cNvCxnSpPr>
            <a:cxnSpLocks/>
          </p:cNvCxnSpPr>
          <p:nvPr/>
        </p:nvCxnSpPr>
        <p:spPr>
          <a:xfrm flipH="1">
            <a:off x="3748278" y="2127314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7CEB3CF-B1AC-B52B-EDC5-5F90ABA55E23}"/>
              </a:ext>
            </a:extLst>
          </p:cNvPr>
          <p:cNvCxnSpPr>
            <a:cxnSpLocks/>
          </p:cNvCxnSpPr>
          <p:nvPr/>
        </p:nvCxnSpPr>
        <p:spPr>
          <a:xfrm flipH="1">
            <a:off x="1724406" y="4806124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BE89A3B-BE24-167D-2155-87C80281F604}"/>
              </a:ext>
            </a:extLst>
          </p:cNvPr>
          <p:cNvCxnSpPr>
            <a:cxnSpLocks/>
          </p:cNvCxnSpPr>
          <p:nvPr/>
        </p:nvCxnSpPr>
        <p:spPr>
          <a:xfrm flipH="1">
            <a:off x="4276446" y="4714487"/>
            <a:ext cx="768368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C2023E6-EF0E-8BA4-1072-F0355C5D0E4A}"/>
              </a:ext>
            </a:extLst>
          </p:cNvPr>
          <p:cNvSpPr txBox="1"/>
          <p:nvPr/>
        </p:nvSpPr>
        <p:spPr>
          <a:xfrm>
            <a:off x="6096000" y="1355003"/>
            <a:ext cx="3918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What is the post order traversal order?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DD4B33-00F5-5D78-9562-DB76D935B2DE}"/>
              </a:ext>
            </a:extLst>
          </p:cNvPr>
          <p:cNvSpPr txBox="1"/>
          <p:nvPr/>
        </p:nvSpPr>
        <p:spPr>
          <a:xfrm>
            <a:off x="6095999" y="2035064"/>
            <a:ext cx="3718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this was an AST for: “2 + (3.0 + 5.0)”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A56250-36F1-4A9B-7951-7C830E607B01}"/>
              </a:ext>
            </a:extLst>
          </p:cNvPr>
          <p:cNvSpPr txBox="1"/>
          <p:nvPr/>
        </p:nvSpPr>
        <p:spPr>
          <a:xfrm>
            <a:off x="2046514" y="4981303"/>
            <a:ext cx="1242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AST&lt;2, int&gt;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3D5565-EBFD-76C9-8CF0-B5E863138068}"/>
              </a:ext>
            </a:extLst>
          </p:cNvPr>
          <p:cNvSpPr txBox="1"/>
          <p:nvPr/>
        </p:nvSpPr>
        <p:spPr>
          <a:xfrm>
            <a:off x="6137324" y="4268939"/>
            <a:ext cx="1421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AST&lt;+, float&gt;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802D06B-8111-DC4A-CA37-7B20B160A78C}"/>
              </a:ext>
            </a:extLst>
          </p:cNvPr>
          <p:cNvCxnSpPr>
            <a:cxnSpLocks/>
            <a:stCxn id="6" idx="5"/>
          </p:cNvCxnSpPr>
          <p:nvPr/>
        </p:nvCxnSpPr>
        <p:spPr>
          <a:xfrm>
            <a:off x="5584412" y="4692300"/>
            <a:ext cx="758374" cy="5763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84296987-B1CC-0A67-D259-E7BEBE0453FF}"/>
              </a:ext>
            </a:extLst>
          </p:cNvPr>
          <p:cNvSpPr/>
          <p:nvPr/>
        </p:nvSpPr>
        <p:spPr>
          <a:xfrm>
            <a:off x="3748278" y="5310472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98174F0-471D-666C-ED71-97646E138D4E}"/>
              </a:ext>
            </a:extLst>
          </p:cNvPr>
          <p:cNvSpPr/>
          <p:nvPr/>
        </p:nvSpPr>
        <p:spPr>
          <a:xfrm>
            <a:off x="6228962" y="5268651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13643F-428A-7984-E13B-CC4B649E8A6B}"/>
              </a:ext>
            </a:extLst>
          </p:cNvPr>
          <p:cNvSpPr txBox="1"/>
          <p:nvPr/>
        </p:nvSpPr>
        <p:spPr>
          <a:xfrm>
            <a:off x="3446812" y="6230115"/>
            <a:ext cx="1598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AST&lt;3.0, float&gt;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FC1667-4929-DD44-5154-E5DD0A79AD52}"/>
              </a:ext>
            </a:extLst>
          </p:cNvPr>
          <p:cNvSpPr txBox="1"/>
          <p:nvPr/>
        </p:nvSpPr>
        <p:spPr>
          <a:xfrm>
            <a:off x="6686513" y="6087712"/>
            <a:ext cx="1598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AST&lt;5.0, float&gt;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D31BA5-C80B-8821-E397-71920164B84B}"/>
              </a:ext>
            </a:extLst>
          </p:cNvPr>
          <p:cNvSpPr txBox="1"/>
          <p:nvPr/>
        </p:nvSpPr>
        <p:spPr>
          <a:xfrm>
            <a:off x="4095144" y="2376291"/>
            <a:ext cx="1421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AST&lt;+, float&gt;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9CD602-D36C-50A1-59A6-7D5A05B110C4}"/>
              </a:ext>
            </a:extLst>
          </p:cNvPr>
          <p:cNvSpPr txBox="1"/>
          <p:nvPr/>
        </p:nvSpPr>
        <p:spPr>
          <a:xfrm>
            <a:off x="7485514" y="3377286"/>
            <a:ext cx="27814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With type inference we can </a:t>
            </a:r>
          </a:p>
          <a:p>
            <a:r>
              <a:rPr lang="en-US" i="1" dirty="0"/>
              <a:t>get all the types.</a:t>
            </a:r>
          </a:p>
        </p:txBody>
      </p:sp>
    </p:spTree>
    <p:extLst>
      <p:ext uri="{BB962C8B-B14F-4D97-AF65-F5344CB8AC3E}">
        <p14:creationId xmlns:p14="http://schemas.microsoft.com/office/powerpoint/2010/main" val="772353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81285-7642-874C-8329-7DEBBD8C5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8C7DF00-9A7A-1D46-8B39-9EA0F57C09E7}"/>
              </a:ext>
            </a:extLst>
          </p:cNvPr>
          <p:cNvSpPr/>
          <p:nvPr/>
        </p:nvSpPr>
        <p:spPr>
          <a:xfrm>
            <a:off x="3348228" y="2697480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C769D8E-3C2D-EF4D-8C06-35F8FB61ABE0}"/>
              </a:ext>
            </a:extLst>
          </p:cNvPr>
          <p:cNvSpPr/>
          <p:nvPr/>
        </p:nvSpPr>
        <p:spPr>
          <a:xfrm>
            <a:off x="1441704" y="4028884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1AE1514-5BE4-8343-9E3A-446AD11547E8}"/>
              </a:ext>
            </a:extLst>
          </p:cNvPr>
          <p:cNvSpPr/>
          <p:nvPr/>
        </p:nvSpPr>
        <p:spPr>
          <a:xfrm>
            <a:off x="4920996" y="4028884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60BE3E-FED9-7046-A17E-3A7C17D0ADC9}"/>
              </a:ext>
            </a:extLst>
          </p:cNvPr>
          <p:cNvCxnSpPr>
            <a:stCxn id="4" idx="3"/>
            <a:endCxn id="5" idx="7"/>
          </p:cNvCxnSpPr>
          <p:nvPr/>
        </p:nvCxnSpPr>
        <p:spPr>
          <a:xfrm flipH="1">
            <a:off x="2105120" y="3360896"/>
            <a:ext cx="1356932" cy="7818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D6B3B1-486D-AF45-8E6A-5422A1143E4F}"/>
              </a:ext>
            </a:extLst>
          </p:cNvPr>
          <p:cNvCxnSpPr>
            <a:cxnSpLocks/>
            <a:stCxn id="4" idx="5"/>
            <a:endCxn id="6" idx="0"/>
          </p:cNvCxnSpPr>
          <p:nvPr/>
        </p:nvCxnSpPr>
        <p:spPr>
          <a:xfrm>
            <a:off x="4011644" y="3360896"/>
            <a:ext cx="1297972" cy="6679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B1FEA0E-B4F8-5E41-9E14-1442BA94754B}"/>
              </a:ext>
            </a:extLst>
          </p:cNvPr>
          <p:cNvCxnSpPr>
            <a:cxnSpLocks/>
          </p:cNvCxnSpPr>
          <p:nvPr/>
        </p:nvCxnSpPr>
        <p:spPr>
          <a:xfrm flipH="1">
            <a:off x="3748278" y="2127314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075B15B-EAB4-374A-89FD-D3BCA35EA211}"/>
              </a:ext>
            </a:extLst>
          </p:cNvPr>
          <p:cNvCxnSpPr>
            <a:cxnSpLocks/>
          </p:cNvCxnSpPr>
          <p:nvPr/>
        </p:nvCxnSpPr>
        <p:spPr>
          <a:xfrm flipH="1">
            <a:off x="1724406" y="4806124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4E6CA10-8E58-A848-9772-4BD4614237F7}"/>
              </a:ext>
            </a:extLst>
          </p:cNvPr>
          <p:cNvCxnSpPr>
            <a:cxnSpLocks/>
          </p:cNvCxnSpPr>
          <p:nvPr/>
        </p:nvCxnSpPr>
        <p:spPr>
          <a:xfrm flipH="1">
            <a:off x="4276446" y="4714487"/>
            <a:ext cx="768368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91835A3-0E03-6A4F-88CA-123218694B48}"/>
              </a:ext>
            </a:extLst>
          </p:cNvPr>
          <p:cNvSpPr txBox="1"/>
          <p:nvPr/>
        </p:nvSpPr>
        <p:spPr>
          <a:xfrm>
            <a:off x="6096000" y="1355003"/>
            <a:ext cx="3918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What is the post order traversal order?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F6DFA7-D30C-BF4B-A664-59DDDFC08415}"/>
              </a:ext>
            </a:extLst>
          </p:cNvPr>
          <p:cNvSpPr txBox="1"/>
          <p:nvPr/>
        </p:nvSpPr>
        <p:spPr>
          <a:xfrm>
            <a:off x="6095999" y="2035064"/>
            <a:ext cx="3694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this was an AST for: “2 + (</a:t>
            </a:r>
            <a:r>
              <a:rPr lang="en-US" dirty="0">
                <a:highlight>
                  <a:srgbClr val="FFFF00"/>
                </a:highlight>
              </a:rPr>
              <a:t>&amp;c</a:t>
            </a:r>
            <a:r>
              <a:rPr lang="en-US" dirty="0"/>
              <a:t> + 5.0)”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BC1FC2-4379-4040-8233-400D72E6C202}"/>
              </a:ext>
            </a:extLst>
          </p:cNvPr>
          <p:cNvSpPr txBox="1"/>
          <p:nvPr/>
        </p:nvSpPr>
        <p:spPr>
          <a:xfrm>
            <a:off x="2046514" y="4981303"/>
            <a:ext cx="1242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AST&lt;2, int&gt;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1CE0DA-C177-9347-A8D8-95A33049CE5D}"/>
              </a:ext>
            </a:extLst>
          </p:cNvPr>
          <p:cNvSpPr txBox="1"/>
          <p:nvPr/>
        </p:nvSpPr>
        <p:spPr>
          <a:xfrm>
            <a:off x="6137324" y="4268939"/>
            <a:ext cx="1098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AST&lt;+, ?&gt;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4ECB268-D135-FE42-B8E0-DC057281E41D}"/>
              </a:ext>
            </a:extLst>
          </p:cNvPr>
          <p:cNvCxnSpPr>
            <a:cxnSpLocks/>
            <a:stCxn id="6" idx="5"/>
          </p:cNvCxnSpPr>
          <p:nvPr/>
        </p:nvCxnSpPr>
        <p:spPr>
          <a:xfrm>
            <a:off x="5584412" y="4692300"/>
            <a:ext cx="758374" cy="5763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14473F1F-8EBA-7D4B-AD19-8D30C2EAD6F7}"/>
              </a:ext>
            </a:extLst>
          </p:cNvPr>
          <p:cNvSpPr/>
          <p:nvPr/>
        </p:nvSpPr>
        <p:spPr>
          <a:xfrm>
            <a:off x="3748278" y="5310472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2F23EF1-6763-AA4D-9F8D-E4399FA46F19}"/>
              </a:ext>
            </a:extLst>
          </p:cNvPr>
          <p:cNvSpPr/>
          <p:nvPr/>
        </p:nvSpPr>
        <p:spPr>
          <a:xfrm>
            <a:off x="6228962" y="5268651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959A66-3B54-3645-B42D-C14D91DB05F3}"/>
              </a:ext>
            </a:extLst>
          </p:cNvPr>
          <p:cNvSpPr txBox="1"/>
          <p:nvPr/>
        </p:nvSpPr>
        <p:spPr>
          <a:xfrm>
            <a:off x="3446812" y="6230115"/>
            <a:ext cx="1408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</a:t>
            </a:r>
            <a:r>
              <a:rPr lang="en-US" dirty="0">
                <a:highlight>
                  <a:srgbClr val="FFFF00"/>
                </a:highlight>
              </a:rPr>
              <a:t>&amp;c</a:t>
            </a:r>
            <a:r>
              <a:rPr lang="en-US" dirty="0"/>
              <a:t>, </a:t>
            </a:r>
            <a:r>
              <a:rPr lang="en-US" dirty="0" err="1"/>
              <a:t>ptr</a:t>
            </a:r>
            <a:r>
              <a:rPr lang="en-US" dirty="0"/>
              <a:t>&gt;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5C8D8C-F285-1A49-B1EA-E379F7AF8B1C}"/>
              </a:ext>
            </a:extLst>
          </p:cNvPr>
          <p:cNvSpPr txBox="1"/>
          <p:nvPr/>
        </p:nvSpPr>
        <p:spPr>
          <a:xfrm>
            <a:off x="6686513" y="6087712"/>
            <a:ext cx="1598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AST&lt;5.0, float&gt;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06A0D3F-1A6E-7B4F-BE53-59A65B0340EB}"/>
              </a:ext>
            </a:extLst>
          </p:cNvPr>
          <p:cNvSpPr txBox="1"/>
          <p:nvPr/>
        </p:nvSpPr>
        <p:spPr>
          <a:xfrm>
            <a:off x="4095144" y="2376291"/>
            <a:ext cx="1098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AST&lt;+, ?&gt;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00EF03-7139-4241-B8C1-6CD787D558A2}"/>
              </a:ext>
            </a:extLst>
          </p:cNvPr>
          <p:cNvSpPr txBox="1"/>
          <p:nvPr/>
        </p:nvSpPr>
        <p:spPr>
          <a:xfrm>
            <a:off x="7943107" y="2901434"/>
            <a:ext cx="2971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How does this change things?</a:t>
            </a:r>
          </a:p>
        </p:txBody>
      </p:sp>
    </p:spTree>
    <p:extLst>
      <p:ext uri="{BB962C8B-B14F-4D97-AF65-F5344CB8AC3E}">
        <p14:creationId xmlns:p14="http://schemas.microsoft.com/office/powerpoint/2010/main" val="4245900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12277-D46D-4191-B5B3-C708CFF69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07737F-D0B5-B04A-DA23-F0CE18825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934499"/>
            <a:ext cx="7772400" cy="98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860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12277-D46D-4191-B5B3-C708CFF69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C9352E-9E8A-B424-CD75-5531F5235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2577" y="2602567"/>
            <a:ext cx="7772400" cy="97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785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517" y="352881"/>
            <a:ext cx="295513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  </a:t>
            </a:r>
            <a:r>
              <a:rPr spc="-10" dirty="0"/>
              <a:t>Q</a:t>
            </a:r>
            <a:r>
              <a:rPr spc="-5" dirty="0"/>
              <a:t>u</a:t>
            </a:r>
            <a:r>
              <a:rPr lang="en-US" spc="-5" dirty="0"/>
              <a:t>estion 4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1CECD-22FC-EF1C-EB25-0D232EFE81E0}"/>
              </a:ext>
            </a:extLst>
          </p:cNvPr>
          <p:cNvSpPr txBox="1"/>
          <p:nvPr/>
        </p:nvSpPr>
        <p:spPr>
          <a:xfrm>
            <a:off x="2046514" y="1233714"/>
            <a:ext cx="786674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many labels do you need for the following expression?</a:t>
            </a:r>
          </a:p>
          <a:p>
            <a:endParaRPr lang="en-US" dirty="0"/>
          </a:p>
          <a:p>
            <a:r>
              <a:rPr lang="en-US" dirty="0"/>
              <a:t>Int x, y;</a:t>
            </a:r>
          </a:p>
          <a:p>
            <a:r>
              <a:rPr lang="en-US" dirty="0"/>
              <a:t>…</a:t>
            </a:r>
          </a:p>
          <a:p>
            <a:r>
              <a:rPr lang="en-US" dirty="0"/>
              <a:t>If (x==0) {</a:t>
            </a:r>
          </a:p>
          <a:p>
            <a:r>
              <a:rPr lang="en-US" dirty="0"/>
              <a:t>    …</a:t>
            </a:r>
          </a:p>
          <a:p>
            <a:r>
              <a:rPr lang="en-US" dirty="0"/>
              <a:t>} else if (y&gt;1) {</a:t>
            </a:r>
          </a:p>
          <a:p>
            <a:r>
              <a:rPr lang="en-US" dirty="0"/>
              <a:t>    …</a:t>
            </a:r>
          </a:p>
          <a:p>
            <a:r>
              <a:rPr lang="en-US" dirty="0"/>
              <a:t>} else {</a:t>
            </a:r>
          </a:p>
          <a:p>
            <a:r>
              <a:rPr lang="en-US" dirty="0"/>
              <a:t>    ….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[  ]  0</a:t>
            </a:r>
          </a:p>
          <a:p>
            <a:r>
              <a:rPr lang="en-US" dirty="0"/>
              <a:t>[  ]  1</a:t>
            </a:r>
          </a:p>
          <a:p>
            <a:r>
              <a:rPr lang="en-US" dirty="0"/>
              <a:t>[  ]  2</a:t>
            </a:r>
          </a:p>
          <a:p>
            <a:r>
              <a:rPr lang="en-US" dirty="0"/>
              <a:t>[  ]  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4138"/>
            <a:ext cx="2697118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Q</a:t>
            </a:r>
            <a:r>
              <a:rPr spc="-5" dirty="0"/>
              <a:t>u</a:t>
            </a:r>
            <a:r>
              <a:rPr lang="en-US" spc="-5" dirty="0"/>
              <a:t>estion 5</a:t>
            </a:r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2369585" y="2670021"/>
            <a:ext cx="7487069" cy="15236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4138"/>
            <a:ext cx="3219632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Q</a:t>
            </a:r>
            <a:r>
              <a:rPr spc="-5" dirty="0"/>
              <a:t>u</a:t>
            </a:r>
            <a:r>
              <a:rPr lang="en-US" spc="-5" dirty="0"/>
              <a:t>estion 6 </a:t>
            </a:r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2286346" y="3169920"/>
            <a:ext cx="7360227" cy="42983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53367</TotalTime>
  <Words>394</Words>
  <Application>Microsoft Office PowerPoint</Application>
  <PresentationFormat>Widescreen</PresentationFormat>
  <Paragraphs>98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QUIZ-09-TYPE-AND-IR-GEN</vt:lpstr>
      <vt:lpstr>Question 1</vt:lpstr>
      <vt:lpstr>Discussion</vt:lpstr>
      <vt:lpstr>Discussion</vt:lpstr>
      <vt:lpstr>Discussion</vt:lpstr>
      <vt:lpstr>Discussion</vt:lpstr>
      <vt:lpstr>Discussion</vt:lpstr>
      <vt:lpstr>Discussion</vt:lpstr>
      <vt:lpstr>Question 2</vt:lpstr>
      <vt:lpstr>Question 3</vt:lpstr>
      <vt:lpstr>  Question 4</vt:lpstr>
      <vt:lpstr>Question 5</vt:lpstr>
      <vt:lpstr>Question 6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Tyler Sorensen</dc:creator>
  <cp:lastModifiedBy>Marcelo Siero</cp:lastModifiedBy>
  <cp:revision>792</cp:revision>
  <dcterms:created xsi:type="dcterms:W3CDTF">2021-03-23T23:59:42Z</dcterms:created>
  <dcterms:modified xsi:type="dcterms:W3CDTF">2026-03-02T08:47:28Z</dcterms:modified>
</cp:coreProperties>
</file>