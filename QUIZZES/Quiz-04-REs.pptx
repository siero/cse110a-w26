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884" r:id="rId3"/>
    <p:sldId id="885" r:id="rId4"/>
    <p:sldId id="877" r:id="rId5"/>
    <p:sldId id="886" r:id="rId6"/>
    <p:sldId id="887" r:id="rId7"/>
    <p:sldId id="888" r:id="rId8"/>
    <p:sldId id="8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55" d="100"/>
          <a:sy n="55" d="100"/>
        </p:scale>
        <p:origin x="36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C074-3545-BFEB-EBF8-EE5CE87C6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9FAB3-B9B2-5820-FB94-10378FBA8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7FE4-B5B0-ADFA-F313-03591ACC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C46EE-8EA4-0A72-932A-70CC39025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EF7CF-A1D3-2C73-4FE6-4BC00CF7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0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0F88-5D63-3821-4A6A-388B877D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D7BF-E230-AD21-4713-731926A6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E86C6-A1CF-0ACE-48C8-A4B479B0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7EAAA-42A6-9CED-6FED-F4908ABE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80F13-6985-B307-86E9-15ADD329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6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6043-BB41-46FF-F1D3-F8FC6EE4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EAD39-DF7B-ED08-5E4A-43578BBAE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0ACE0-D588-EC85-6748-A82D679C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CC389-1296-BA6E-3613-1A5ABA94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8058F-D908-11AC-E7D9-9F3683F1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6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1DDB-FFF7-C094-CA2E-380B6742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35466-BE8C-3FAF-1FDC-35B4A0F7F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6BDC2-B90A-597F-2369-1769FD76C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3E3CF-B0FD-5847-4CEE-690AC3F2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D0A2E-39D1-17DD-3B7D-10AFB21D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CEEEE-0508-9A0F-C0B5-C73D510B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5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21D9-DDD5-9D82-570F-1BFFF661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58592-D298-97A4-899A-A1A00BC66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BD6E6-119A-F534-8889-A93CBA8AC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7DBEE-99CB-C7AF-6E4D-0BE374FA5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EBC0E3-6368-238B-C80D-C1E571FC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F2DF2-82F2-5B02-19C4-886B5D10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748E46-F614-56E1-E79C-955AA670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E16C4-558E-DC3C-3EA1-0E332E4D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5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E31B-5DD9-41F8-BD86-F12ADE1F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A2260-1D75-7FC1-231B-45F7E1F6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3C3C1-D985-BAED-3265-30545045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4611D-24A0-91DA-F9C9-89D50E15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9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4E60A-E686-296F-63D6-C3D32205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82E12-D4C1-5FD4-687D-1471AD17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6E92F-DBEF-67F3-1F02-C29359F4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2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3DB6-A6D2-D7B0-8FDC-8F8244F7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FD414-4EC5-0969-64C1-029708DE9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B9FC2-C89A-8D7E-27A8-CEBD4F83F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5450C-B46C-D1D9-0FEB-B9929DDF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0A632-1790-1B7F-622F-8A961876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585AD-444C-D3D5-3C56-AB96B97C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5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AD3C-8859-D7EE-DA01-5F3E4C35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A0E4C8-2837-58B2-E8E9-D9740FFCA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AA6F2-85D0-EFBC-E7AB-F1F06FBC8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9BF2A-EC17-2E4B-7556-780D1E13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C619D-5D03-54EC-B54F-8E4C3087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E0277-FA5B-8E49-10E8-897A0DB87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38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5922-4FB3-2FB6-EFCC-A429A6F5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BD56E-2726-74AD-6A69-E3B4F5334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021CA-9575-540C-5624-C6B3A6CE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2990D-AEC2-7369-465E-303DD348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12D6-CB0B-E690-C3B4-FB168B99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8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33F3A-436D-A1A1-C215-F3E55FE9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FCA01-79B3-9B77-4DF1-FCAA498E8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668A8-F20A-C926-3E27-DF268C52E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67C18-7F94-245F-D8BB-861239B6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E3C58-D040-0C97-C134-F9737C25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5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D4521-E72E-8085-1F92-4BD04CCB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92F68-04FC-EEBF-02E4-C77416002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B6013-B30F-168D-DD5B-E5FC33CBE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4C326-20CC-4734-9C7F-D88AAF0BE99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BE222-28BA-CB1D-3EA2-3738B4279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AFF66-1BBB-BAE0-FABB-6B9EFAD11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0E54E-5DEC-4456-8CAD-23DAE27B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5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CC98-CAC6-CC3A-FE20-31BE0F3D9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Quiz-4: REs</a:t>
            </a:r>
          </a:p>
        </p:txBody>
      </p:sp>
    </p:spTree>
    <p:extLst>
      <p:ext uri="{BB962C8B-B14F-4D97-AF65-F5344CB8AC3E}">
        <p14:creationId xmlns:p14="http://schemas.microsoft.com/office/powerpoint/2010/main" val="171561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7FAF-7B36-2F49-95D3-3544795E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E4B8F-22D0-A549-B91C-3C2C1EC4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063750"/>
            <a:ext cx="9271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7FAF-7B36-2F49-95D3-3544795E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E4B8F-22D0-A549-B91C-3C2C1EC4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063750"/>
            <a:ext cx="9271000" cy="2730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3782C1-770A-534D-9C2C-42D30601FCCE}"/>
              </a:ext>
            </a:extLst>
          </p:cNvPr>
          <p:cNvSpPr txBox="1"/>
          <p:nvPr/>
        </p:nvSpPr>
        <p:spPr>
          <a:xfrm>
            <a:off x="1634067" y="5545667"/>
            <a:ext cx="2670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Does the ”” match the RE?</a:t>
            </a:r>
          </a:p>
        </p:txBody>
      </p:sp>
    </p:spTree>
    <p:extLst>
      <p:ext uri="{BB962C8B-B14F-4D97-AF65-F5344CB8AC3E}">
        <p14:creationId xmlns:p14="http://schemas.microsoft.com/office/powerpoint/2010/main" val="100146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7FAF-7B36-2F49-95D3-3544795E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RE operators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BCCBF-215C-E84E-83EC-C5D9525F3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159000"/>
            <a:ext cx="9207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9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7FAF-7B36-2F49-95D3-3544795E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RE operators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3E91EF-873F-2449-BD57-3DA02D3A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Fundamental RE operators are:</a:t>
            </a:r>
          </a:p>
          <a:p>
            <a:pPr lvl="1"/>
            <a:r>
              <a:rPr lang="en-US" dirty="0"/>
              <a:t>Concatenate: put the regexes next to each other</a:t>
            </a:r>
          </a:p>
          <a:p>
            <a:pPr lvl="1"/>
            <a:r>
              <a:rPr lang="en-US" dirty="0"/>
              <a:t>“|” : Choice: one or the other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“*” : Repeat: 0 or more copies</a:t>
            </a:r>
          </a:p>
          <a:p>
            <a:pPr lvl="1"/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Practically:</a:t>
            </a:r>
          </a:p>
          <a:p>
            <a:pPr lvl="1"/>
            <a:r>
              <a:rPr lang="en-US" dirty="0"/>
              <a:t>a* roughly is the same as “” | “a” | “aa” | “</a:t>
            </a:r>
            <a:r>
              <a:rPr lang="en-US" dirty="0" err="1"/>
              <a:t>aaa</a:t>
            </a:r>
            <a:r>
              <a:rPr lang="en-US" dirty="0"/>
              <a:t>” ...</a:t>
            </a:r>
          </a:p>
          <a:p>
            <a:pPr lvl="1"/>
            <a:r>
              <a:rPr lang="en-US" dirty="0"/>
              <a:t>in theory, REs can accept strings of arbitrary length (not infinite strings though).</a:t>
            </a:r>
          </a:p>
          <a:p>
            <a:pPr lvl="1"/>
            <a:r>
              <a:rPr lang="en-US" dirty="0"/>
              <a:t>in practice, strings have a reasonable bound. Repeat (*) is a good abstraction though!</a:t>
            </a:r>
          </a:p>
        </p:txBody>
      </p:sp>
    </p:spTree>
    <p:extLst>
      <p:ext uri="{BB962C8B-B14F-4D97-AF65-F5344CB8AC3E}">
        <p14:creationId xmlns:p14="http://schemas.microsoft.com/office/powerpoint/2010/main" val="382848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7FAF-7B36-2F49-95D3-3544795E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2B0DD7-3852-DC4B-AE8A-EA16649B2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0" y="1771650"/>
            <a:ext cx="92329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4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3B44-1E6E-C44B-9EF7-918923A5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9F253-3A15-B440-A9B7-E6A5ED244333}"/>
              </a:ext>
            </a:extLst>
          </p:cNvPr>
          <p:cNvSpPr txBox="1"/>
          <p:nvPr/>
        </p:nvSpPr>
        <p:spPr>
          <a:xfrm>
            <a:off x="5054601" y="2125133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ac*|b*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4ACE2C-BF17-BB47-B4CA-19957F3DE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3999"/>
            <a:ext cx="10515600" cy="3698876"/>
          </a:xfrm>
        </p:spPr>
        <p:txBody>
          <a:bodyPr/>
          <a:lstStyle/>
          <a:p>
            <a:r>
              <a:rPr lang="en-US" dirty="0"/>
              <a:t>“”</a:t>
            </a:r>
          </a:p>
          <a:p>
            <a:r>
              <a:rPr lang="en-US" dirty="0"/>
              <a:t>“ab”</a:t>
            </a:r>
          </a:p>
          <a:p>
            <a:r>
              <a:rPr lang="en-US" dirty="0"/>
              <a:t>“</a:t>
            </a:r>
            <a:r>
              <a:rPr lang="en-US" dirty="0" err="1"/>
              <a:t>acac</a:t>
            </a:r>
            <a:r>
              <a:rPr lang="en-US" dirty="0"/>
              <a:t>”</a:t>
            </a:r>
          </a:p>
          <a:p>
            <a:r>
              <a:rPr lang="en-US" dirty="0"/>
              <a:t>“</a:t>
            </a:r>
            <a:r>
              <a:rPr lang="en-US" dirty="0" err="1"/>
              <a:t>acccc</a:t>
            </a:r>
            <a:r>
              <a:rPr lang="en-US" dirty="0"/>
              <a:t>”</a:t>
            </a:r>
          </a:p>
          <a:p>
            <a:r>
              <a:rPr lang="en-US" dirty="0"/>
              <a:t>“</a:t>
            </a:r>
            <a:r>
              <a:rPr lang="en-US" dirty="0" err="1"/>
              <a:t>bbb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3D73A-057F-3444-AE33-32C9C793D544}"/>
              </a:ext>
            </a:extLst>
          </p:cNvPr>
          <p:cNvSpPr txBox="1"/>
          <p:nvPr/>
        </p:nvSpPr>
        <p:spPr>
          <a:xfrm>
            <a:off x="7255934" y="2793999"/>
            <a:ext cx="249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work through them</a:t>
            </a:r>
          </a:p>
        </p:txBody>
      </p:sp>
    </p:spTree>
    <p:extLst>
      <p:ext uri="{BB962C8B-B14F-4D97-AF65-F5344CB8AC3E}">
        <p14:creationId xmlns:p14="http://schemas.microsoft.com/office/powerpoint/2010/main" val="355396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09CB-4CEB-5A48-B724-6DCA1228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experiences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BCAA0-FF2B-C84F-A949-6FDD2AA4F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55900"/>
            <a:ext cx="9144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5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</vt:lpstr>
      <vt:lpstr>Office Theme</vt:lpstr>
      <vt:lpstr>Quiz-4: REs</vt:lpstr>
      <vt:lpstr>Integer RE</vt:lpstr>
      <vt:lpstr>Integer RE</vt:lpstr>
      <vt:lpstr>Fundamental RE operators</vt:lpstr>
      <vt:lpstr>Fundamental RE operators</vt:lpstr>
      <vt:lpstr>RE examples</vt:lpstr>
      <vt:lpstr>RE examples</vt:lpstr>
      <vt:lpstr>RE experiences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Siero</dc:creator>
  <cp:lastModifiedBy>Marcelo Siero</cp:lastModifiedBy>
  <cp:revision>2</cp:revision>
  <dcterms:created xsi:type="dcterms:W3CDTF">2025-03-28T09:36:59Z</dcterms:created>
  <dcterms:modified xsi:type="dcterms:W3CDTF">2026-01-21T11:29:49Z</dcterms:modified>
</cp:coreProperties>
</file>