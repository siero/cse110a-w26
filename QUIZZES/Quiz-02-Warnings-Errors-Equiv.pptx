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657" r:id="rId3"/>
    <p:sldId id="710" r:id="rId4"/>
    <p:sldId id="709" r:id="rId5"/>
    <p:sldId id="711" r:id="rId6"/>
    <p:sldId id="789" r:id="rId7"/>
    <p:sldId id="714" r:id="rId8"/>
    <p:sldId id="715" r:id="rId9"/>
    <p:sldId id="717" r:id="rId10"/>
    <p:sldId id="720" r:id="rId11"/>
    <p:sldId id="788" r:id="rId12"/>
    <p:sldId id="719" r:id="rId13"/>
    <p:sldId id="30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5" autoAdjust="0"/>
    <p:restoredTop sz="94660"/>
  </p:normalViewPr>
  <p:slideViewPr>
    <p:cSldViewPr snapToGrid="0">
      <p:cViewPr varScale="1">
        <p:scale>
          <a:sx n="55" d="100"/>
          <a:sy n="55" d="100"/>
        </p:scale>
        <p:origin x="49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B84B5-C078-4D33-2F44-F522E4052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2A329-D6E6-0B9F-9B10-F06757847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8A28B-3866-0483-99BC-C332BE629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E5750-FEED-6062-E387-ABE9E7A4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7C986-05EE-F749-3DD1-0ECC834C9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8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A8DD-8CE9-D962-32D0-66C3BD43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FEBC-32C8-6745-639C-F1A542936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39685-6D7F-02C3-6EFD-49543707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12426-1D46-FB5D-A3E2-E43AD74DC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0DEB5-C79A-D393-BEB0-B0FF3C8B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8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F6DE-A1DC-1827-3031-07AFCEFB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995FC-C65D-8F17-15CA-160F5BBD2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24504-BCA2-68EA-E061-992A9C4A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F7EA6-A3A7-2283-15F5-E8D14C23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23FD0-A912-E37B-8273-76083E15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0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9405-B347-F2C8-4F59-79A1AB2A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2C6D3-1C04-A7D5-960F-F1A911A24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AC459-D537-8B70-0ACB-66766DBC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BA589-A7EB-91D7-6008-139D4DC0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D29D3-70B5-D02E-F5E0-A418E8C2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1C4AC-673E-E6CC-57B6-B3A9207C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1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2792-BE9B-6FBA-B2AF-5D17EEDE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2F1C4-99A9-0989-6AFA-A0792DEF9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771B1-4ACC-B695-79AB-60369C1CE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41524-32E9-4ED7-2CCB-382B4D090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FAB21-6C97-9287-656D-A26DFB9BB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1FB2FE-8EA1-C38D-AAD6-B32B2FFC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65912-8232-30B6-2757-91F3249C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C1622-1514-2A07-B5D1-8BEC0447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4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310B-21BB-2E6F-95C4-CF18536A2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FA4751-5812-AF63-D610-74F35254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DBB23-3FAD-987D-5CCD-AE0FE62B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68D96-C3CA-282E-271D-D90E76F5B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7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301A1-27FA-F4FC-AF1E-8EFC0742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9F0BE-BBC7-33E6-2ADA-B61BE1F0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4327B-1AAF-3C20-B64D-B9B04A6A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4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58431-8F63-3FBC-3DFB-CEF6874E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66A6F-037D-3EE0-6298-522E3124E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7D033-6366-C1C6-E9A5-4A9997039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74C6F-F94A-D889-53C3-D6F6C4C0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91A08-94BC-0398-06C1-5C16ED48B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16E22-3B94-91F6-7807-46E4C4BFE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8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9698-A86C-095E-7D2C-9FDBA76A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99509-B5A6-22A6-5A3F-C9CBA1174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FF262-E6A0-C0E9-1FDE-CF29D6A92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72B86-5F27-E5E2-14B6-58B1CE5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246CF-B991-8939-F5C4-8472311BF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3B363-0AB4-1C4A-614A-C18F5086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79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CAC4-2D1C-EF39-36B3-0490043F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B5710-846A-9933-9226-249943503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4BBE5-EC40-0A4B-91EE-28C57696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1E48F-F20E-4A4C-7980-9173925A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2686D-D246-F6B4-C901-42BE7F4B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5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8810D-83B0-3FFA-32B2-5CAD70FA4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EB303-C591-73AB-1B67-7B5E56416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000C7-A777-1FD2-F7DC-9D27B5FC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2874B-99D6-8DBA-4301-562F6DD1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1958-BF60-1917-82D7-A839EA69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1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84E1-74C5-97ED-C594-B5A64A1A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D4CA3-E605-54C3-D8AC-CBFC03193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B2E8F-3222-8906-CE3E-AFED8440C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8DE74-ED85-4D2A-8934-C052A72236B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DA082-39E3-0182-A502-FF14A3C45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FCF12-D0D1-402C-5F4D-7B724767C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D8C11-61B7-408F-874C-FCE20077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5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freedesktop.org/mesa/mesa/-/issues/447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2BD3-720B-13A0-C54F-52AF50DEE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Quiz 2 v2:  Review</a:t>
            </a:r>
            <a:br>
              <a:rPr lang="en-US" dirty="0"/>
            </a:br>
            <a:r>
              <a:rPr lang="en-US" dirty="0" err="1"/>
              <a:t>Warnings,Errors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Functional Equivalence</a:t>
            </a:r>
          </a:p>
        </p:txBody>
      </p:sp>
    </p:spTree>
    <p:extLst>
      <p:ext uri="{BB962C8B-B14F-4D97-AF65-F5344CB8AC3E}">
        <p14:creationId xmlns:p14="http://schemas.microsoft.com/office/powerpoint/2010/main" val="225095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F7C3-CD84-D543-825C-2F9FB8A4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Warnings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A0E401-EED1-7B47-A643-26F9F467E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2368550"/>
            <a:ext cx="92075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35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F7C3-CD84-D543-825C-2F9FB8A4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Warnings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370F0-4B8B-C34B-B63C-8DFC60EFC64A}"/>
              </a:ext>
            </a:extLst>
          </p:cNvPr>
          <p:cNvSpPr/>
          <p:nvPr/>
        </p:nvSpPr>
        <p:spPr>
          <a:xfrm>
            <a:off x="1198217" y="2030634"/>
            <a:ext cx="444045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condition)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(condition)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x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y = x;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543F9-2CD8-1642-A098-6817863F52B3}"/>
              </a:ext>
            </a:extLst>
          </p:cNvPr>
          <p:cNvSpPr txBox="1"/>
          <p:nvPr/>
        </p:nvSpPr>
        <p:spPr>
          <a:xfrm>
            <a:off x="3599848" y="5380522"/>
            <a:ext cx="219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Clang gives a warning</a:t>
            </a:r>
          </a:p>
        </p:txBody>
      </p:sp>
    </p:spTree>
    <p:extLst>
      <p:ext uri="{BB962C8B-B14F-4D97-AF65-F5344CB8AC3E}">
        <p14:creationId xmlns:p14="http://schemas.microsoft.com/office/powerpoint/2010/main" val="12421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F7C3-CD84-D543-825C-2F9FB8A4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Warnings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370F0-4B8B-C34B-B63C-8DFC60EFC64A}"/>
              </a:ext>
            </a:extLst>
          </p:cNvPr>
          <p:cNvSpPr/>
          <p:nvPr/>
        </p:nvSpPr>
        <p:spPr>
          <a:xfrm>
            <a:off x="1198217" y="2030634"/>
            <a:ext cx="444045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condition)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(condition)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x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y = x;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C7D90-A755-A140-BBE3-F132C5C84C0E}"/>
              </a:ext>
            </a:extLst>
          </p:cNvPr>
          <p:cNvSpPr txBox="1"/>
          <p:nvPr/>
        </p:nvSpPr>
        <p:spPr>
          <a:xfrm>
            <a:off x="7919159" y="2242687"/>
            <a:ext cx="3074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if its only called like this?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53126E-1395-F547-98F6-9EFCB2F0D9B8}"/>
              </a:ext>
            </a:extLst>
          </p:cNvPr>
          <p:cNvSpPr/>
          <p:nvPr/>
        </p:nvSpPr>
        <p:spPr>
          <a:xfrm>
            <a:off x="8179998" y="3045653"/>
            <a:ext cx="24174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foo(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8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DAD80-DED3-4F42-B900-3EABA798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Uninitialized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D2D02-178F-5148-9668-5A83EBDED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2203450"/>
            <a:ext cx="92075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73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EFCB-6C5E-6EC4-9802-0BB62C49A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334B-BC3D-2567-5F4E-E06B069EA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Uninitialized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24A31-8A44-A0B6-605C-B630E7BD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2203450"/>
            <a:ext cx="9207500" cy="2451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625766-AF78-E21B-7B38-0F9E7BC33381}"/>
              </a:ext>
            </a:extLst>
          </p:cNvPr>
          <p:cNvSpPr txBox="1"/>
          <p:nvPr/>
        </p:nvSpPr>
        <p:spPr>
          <a:xfrm>
            <a:off x="1214438" y="4872038"/>
            <a:ext cx="99441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This behavior can depend both on the operating system, and on the level of optimizations  you use.</a:t>
            </a:r>
          </a:p>
        </p:txBody>
      </p:sp>
    </p:spTree>
    <p:extLst>
      <p:ext uri="{BB962C8B-B14F-4D97-AF65-F5344CB8AC3E}">
        <p14:creationId xmlns:p14="http://schemas.microsoft.com/office/powerpoint/2010/main" val="307648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05A3-BFA4-8348-A4EC-A29C2CF8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Compilers modifying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CA790-18C0-F841-A2F5-287824FE5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2292350"/>
            <a:ext cx="90297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23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05A3-BFA4-8348-A4EC-A29C2CF8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Compilers modifying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90A2C1-1D86-EC40-8230-666453DC0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2564"/>
          </a:xfrm>
        </p:spPr>
        <p:txBody>
          <a:bodyPr/>
          <a:lstStyle/>
          <a:p>
            <a:r>
              <a:rPr lang="en-US" dirty="0"/>
              <a:t>Consider this: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88EE6-2411-FD4E-AFA9-6AED268C4E29}"/>
              </a:ext>
            </a:extLst>
          </p:cNvPr>
          <p:cNvSpPr/>
          <p:nvPr/>
        </p:nvSpPr>
        <p:spPr>
          <a:xfrm>
            <a:off x="838200" y="2676967"/>
            <a:ext cx="65772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write_data_to_file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data)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f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fopen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data.txt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f.write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(data);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f.close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EF1E0-FEE2-8349-88C2-314DB031025B}"/>
              </a:ext>
            </a:extLst>
          </p:cNvPr>
          <p:cNvSpPr/>
          <p:nvPr/>
        </p:nvSpPr>
        <p:spPr>
          <a:xfrm>
            <a:off x="5129463" y="5304069"/>
            <a:ext cx="65772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write_data_to_file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data)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DE432-2A18-E24E-9F36-2B071D2BF3EE}"/>
              </a:ext>
            </a:extLst>
          </p:cNvPr>
          <p:cNvSpPr txBox="1"/>
          <p:nvPr/>
        </p:nvSpPr>
        <p:spPr>
          <a:xfrm>
            <a:off x="6289308" y="4499812"/>
            <a:ext cx="4853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the compiler transform it to this?</a:t>
            </a:r>
          </a:p>
        </p:txBody>
      </p:sp>
    </p:spTree>
    <p:extLst>
      <p:ext uri="{BB962C8B-B14F-4D97-AF65-F5344CB8AC3E}">
        <p14:creationId xmlns:p14="http://schemas.microsoft.com/office/powerpoint/2010/main" val="129804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05A3-BFA4-8348-A4EC-A29C2CF8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Compilers modifying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90A2C1-1D86-EC40-8230-666453DC0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2564"/>
          </a:xfrm>
        </p:spPr>
        <p:txBody>
          <a:bodyPr/>
          <a:lstStyle/>
          <a:p>
            <a:r>
              <a:rPr lang="en-US" dirty="0"/>
              <a:t>Consider this: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88EE6-2411-FD4E-AFA9-6AED268C4E29}"/>
              </a:ext>
            </a:extLst>
          </p:cNvPr>
          <p:cNvSpPr/>
          <p:nvPr/>
        </p:nvSpPr>
        <p:spPr>
          <a:xfrm>
            <a:off x="838200" y="2676967"/>
            <a:ext cx="65772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write_data_to_file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data)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f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fopen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data.txt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f.write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(data);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f.close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EF1E0-FEE2-8349-88C2-314DB031025B}"/>
              </a:ext>
            </a:extLst>
          </p:cNvPr>
          <p:cNvSpPr/>
          <p:nvPr/>
        </p:nvSpPr>
        <p:spPr>
          <a:xfrm>
            <a:off x="5129463" y="5304069"/>
            <a:ext cx="65772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write_data_to_file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data)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DE432-2A18-E24E-9F36-2B071D2BF3EE}"/>
              </a:ext>
            </a:extLst>
          </p:cNvPr>
          <p:cNvSpPr txBox="1"/>
          <p:nvPr/>
        </p:nvSpPr>
        <p:spPr>
          <a:xfrm>
            <a:off x="6289308" y="4499812"/>
            <a:ext cx="5305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the compiler transform it to this? NO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956E7-205A-1949-AB7B-7C5E9DA8B7F0}"/>
              </a:ext>
            </a:extLst>
          </p:cNvPr>
          <p:cNvSpPr txBox="1"/>
          <p:nvPr/>
        </p:nvSpPr>
        <p:spPr>
          <a:xfrm>
            <a:off x="7981117" y="1630242"/>
            <a:ext cx="3073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Anything that a function</a:t>
            </a:r>
            <a:br>
              <a:rPr lang="en-US" i="1" dirty="0"/>
            </a:br>
            <a:r>
              <a:rPr lang="en-US" i="1" dirty="0"/>
              <a:t>does that has an effect outside</a:t>
            </a:r>
            <a:br>
              <a:rPr lang="en-US" i="1" dirty="0"/>
            </a:br>
            <a:r>
              <a:rPr lang="en-US" i="1" dirty="0"/>
              <a:t>of itself is called a “side effect”</a:t>
            </a:r>
          </a:p>
        </p:txBody>
      </p:sp>
    </p:spTree>
    <p:extLst>
      <p:ext uri="{BB962C8B-B14F-4D97-AF65-F5344CB8AC3E}">
        <p14:creationId xmlns:p14="http://schemas.microsoft.com/office/powerpoint/2010/main" val="2644078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05A3-BFA4-8348-A4EC-A29C2CF8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Compilers modifying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90A2C1-1D86-EC40-8230-666453DC0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2564"/>
          </a:xfrm>
        </p:spPr>
        <p:txBody>
          <a:bodyPr/>
          <a:lstStyle/>
          <a:p>
            <a:r>
              <a:rPr lang="en-US" dirty="0"/>
              <a:t>Consider another one: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88EE6-2411-FD4E-AFA9-6AED268C4E29}"/>
              </a:ext>
            </a:extLst>
          </p:cNvPr>
          <p:cNvSpPr/>
          <p:nvPr/>
        </p:nvSpPr>
        <p:spPr>
          <a:xfrm>
            <a:off x="838200" y="2676967"/>
            <a:ext cx="44268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signal(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flag)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*flag = 1;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05851-159D-9E4E-B710-30F29742487C}"/>
              </a:ext>
            </a:extLst>
          </p:cNvPr>
          <p:cNvSpPr txBox="1"/>
          <p:nvPr/>
        </p:nvSpPr>
        <p:spPr>
          <a:xfrm>
            <a:off x="610403" y="4565405"/>
            <a:ext cx="5305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the compiler transform it to this? NO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60D09D-9929-A146-9CF9-32C47D591EF8}"/>
              </a:ext>
            </a:extLst>
          </p:cNvPr>
          <p:cNvSpPr/>
          <p:nvPr/>
        </p:nvSpPr>
        <p:spPr>
          <a:xfrm>
            <a:off x="838199" y="5345848"/>
            <a:ext cx="44268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signal(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flag)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C1049-206B-5440-A272-BE0D7B3587F6}"/>
              </a:ext>
            </a:extLst>
          </p:cNvPr>
          <p:cNvSpPr txBox="1"/>
          <p:nvPr/>
        </p:nvSpPr>
        <p:spPr>
          <a:xfrm>
            <a:off x="7143719" y="3786454"/>
            <a:ext cx="362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Memory writes cannot be optimized!</a:t>
            </a:r>
          </a:p>
        </p:txBody>
      </p:sp>
    </p:spTree>
    <p:extLst>
      <p:ext uri="{BB962C8B-B14F-4D97-AF65-F5344CB8AC3E}">
        <p14:creationId xmlns:p14="http://schemas.microsoft.com/office/powerpoint/2010/main" val="116261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05A3-BFA4-8348-A4EC-A29C2CF8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Compilers modifying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90A2C1-1D86-EC40-8230-666453DC0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2564"/>
          </a:xfrm>
        </p:spPr>
        <p:txBody>
          <a:bodyPr/>
          <a:lstStyle/>
          <a:p>
            <a:r>
              <a:rPr lang="en-US" dirty="0"/>
              <a:t>Consider another one: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88EE6-2411-FD4E-AFA9-6AED268C4E29}"/>
              </a:ext>
            </a:extLst>
          </p:cNvPr>
          <p:cNvSpPr/>
          <p:nvPr/>
        </p:nvSpPr>
        <p:spPr>
          <a:xfrm>
            <a:off x="838200" y="2676967"/>
            <a:ext cx="44268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signal(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flag)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*flag = 1;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05851-159D-9E4E-B710-30F29742487C}"/>
              </a:ext>
            </a:extLst>
          </p:cNvPr>
          <p:cNvSpPr txBox="1"/>
          <p:nvPr/>
        </p:nvSpPr>
        <p:spPr>
          <a:xfrm>
            <a:off x="610403" y="4565405"/>
            <a:ext cx="5305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the compiler transform it to this? NO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60D09D-9929-A146-9CF9-32C47D591EF8}"/>
              </a:ext>
            </a:extLst>
          </p:cNvPr>
          <p:cNvSpPr/>
          <p:nvPr/>
        </p:nvSpPr>
        <p:spPr>
          <a:xfrm>
            <a:off x="838199" y="5345848"/>
            <a:ext cx="44268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signal(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flag)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C1049-206B-5440-A272-BE0D7B3587F6}"/>
              </a:ext>
            </a:extLst>
          </p:cNvPr>
          <p:cNvSpPr txBox="1"/>
          <p:nvPr/>
        </p:nvSpPr>
        <p:spPr>
          <a:xfrm>
            <a:off x="7143719" y="3786454"/>
            <a:ext cx="3112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Are memory reads side effects?</a:t>
            </a:r>
          </a:p>
        </p:txBody>
      </p:sp>
    </p:spTree>
    <p:extLst>
      <p:ext uri="{BB962C8B-B14F-4D97-AF65-F5344CB8AC3E}">
        <p14:creationId xmlns:p14="http://schemas.microsoft.com/office/powerpoint/2010/main" val="86892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05A3-BFA4-8348-A4EC-A29C2CF8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Compilers modifying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90A2C1-1D86-EC40-8230-666453DC0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2564"/>
          </a:xfrm>
        </p:spPr>
        <p:txBody>
          <a:bodyPr/>
          <a:lstStyle/>
          <a:p>
            <a:r>
              <a:rPr lang="en-US" dirty="0"/>
              <a:t>Consider another one: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88EE6-2411-FD4E-AFA9-6AED268C4E29}"/>
              </a:ext>
            </a:extLst>
          </p:cNvPr>
          <p:cNvSpPr/>
          <p:nvPr/>
        </p:nvSpPr>
        <p:spPr>
          <a:xfrm>
            <a:off x="838200" y="2676967"/>
            <a:ext cx="44268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signal(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flag)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*flag = 1;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EF1E0-FEE2-8349-88C2-314DB031025B}"/>
              </a:ext>
            </a:extLst>
          </p:cNvPr>
          <p:cNvSpPr/>
          <p:nvPr/>
        </p:nvSpPr>
        <p:spPr>
          <a:xfrm>
            <a:off x="7189269" y="2676717"/>
            <a:ext cx="46594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wait(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flag)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(*flag != 0);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05851-159D-9E4E-B710-30F29742487C}"/>
              </a:ext>
            </a:extLst>
          </p:cNvPr>
          <p:cNvSpPr txBox="1"/>
          <p:nvPr/>
        </p:nvSpPr>
        <p:spPr>
          <a:xfrm>
            <a:off x="610403" y="4565405"/>
            <a:ext cx="4904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the compiler transform it to this?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60D09D-9929-A146-9CF9-32C47D591EF8}"/>
              </a:ext>
            </a:extLst>
          </p:cNvPr>
          <p:cNvSpPr/>
          <p:nvPr/>
        </p:nvSpPr>
        <p:spPr>
          <a:xfrm>
            <a:off x="838199" y="5345848"/>
            <a:ext cx="44268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signal(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flag)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4C62E-7B8D-5748-8196-750A2E847142}"/>
              </a:ext>
            </a:extLst>
          </p:cNvPr>
          <p:cNvSpPr txBox="1"/>
          <p:nvPr/>
        </p:nvSpPr>
        <p:spPr>
          <a:xfrm>
            <a:off x="6943702" y="4565405"/>
            <a:ext cx="4904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the compiler transform it to this?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B87A54-5C4C-8246-9F4E-FB42FC3A8617}"/>
              </a:ext>
            </a:extLst>
          </p:cNvPr>
          <p:cNvSpPr/>
          <p:nvPr/>
        </p:nvSpPr>
        <p:spPr>
          <a:xfrm>
            <a:off x="7189269" y="5292546"/>
            <a:ext cx="44268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wait(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flag) 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9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32F1-E00B-D94A-9EAC-766DA6B0B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119316"/>
            <a:ext cx="107823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584393-537C-A349-8B9C-1D70E54AB807}"/>
              </a:ext>
            </a:extLst>
          </p:cNvPr>
          <p:cNvSpPr txBox="1"/>
          <p:nvPr/>
        </p:nvSpPr>
        <p:spPr>
          <a:xfrm>
            <a:off x="704850" y="4437247"/>
            <a:ext cx="404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issues discovered by UCSC grad students!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DF2D7-9D4E-4244-84DE-5CF8915994C5}"/>
              </a:ext>
            </a:extLst>
          </p:cNvPr>
          <p:cNvSpPr txBox="1"/>
          <p:nvPr/>
        </p:nvSpPr>
        <p:spPr>
          <a:xfrm>
            <a:off x="704850" y="5369352"/>
            <a:ext cx="5528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gitlab.freedesktop.org</a:t>
            </a:r>
            <a:r>
              <a:rPr lang="en-US" dirty="0">
                <a:hlinkClick r:id="rId3"/>
              </a:rPr>
              <a:t>/mesa/mesa/-/issues/4475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03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527</Words>
  <Application>Microsoft Office PowerPoint</Application>
  <PresentationFormat>Widescreen</PresentationFormat>
  <Paragraphs>97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Theme</vt:lpstr>
      <vt:lpstr>Quiz 2 v2:  Review Warnings,Errors, Functional Equivalence</vt:lpstr>
      <vt:lpstr>Compiler Warnings</vt:lpstr>
      <vt:lpstr>Compiler Warnings</vt:lpstr>
      <vt:lpstr>Compiler Warnings</vt:lpstr>
      <vt:lpstr>Uninitialized variables</vt:lpstr>
      <vt:lpstr>Uninitialized variables</vt:lpstr>
      <vt:lpstr>Compilers modifying code</vt:lpstr>
      <vt:lpstr>Compilers modifying code</vt:lpstr>
      <vt:lpstr>Compilers modifying code</vt:lpstr>
      <vt:lpstr>Compilers modifying code</vt:lpstr>
      <vt:lpstr>Compilers modifying code</vt:lpstr>
      <vt:lpstr>Compilers modifying 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Siero</dc:creator>
  <cp:lastModifiedBy>Marcelo Siero</cp:lastModifiedBy>
  <cp:revision>3</cp:revision>
  <dcterms:created xsi:type="dcterms:W3CDTF">2025-03-28T04:02:57Z</dcterms:created>
  <dcterms:modified xsi:type="dcterms:W3CDTF">2026-01-21T11:20:03Z</dcterms:modified>
</cp:coreProperties>
</file>